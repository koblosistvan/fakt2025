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0" y="7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8CA939D-E638-8CEF-837B-DDE4CA8041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B4093B4-B72D-AAC2-8807-3050972742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5DBBB4B-1738-97CA-F537-FBDCE3D1E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7A8CC21-3228-926D-3C4D-6BE13567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8639340-BC2C-8285-E913-137E5D8FF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233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DF5CA6-219E-E308-1704-3867BC6F8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F621325-0C9B-7972-710D-1C71D824A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81CED31-2EEF-491C-4568-1ACCAF0D9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0C69E4B-437D-213C-80C1-8E9F1C196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FB876BE-677E-4E06-D3E5-6CD9D78C4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37914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671C6BC-1FFF-E87F-F5ED-B9ABFB9A0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421A88C-7E2A-ADEF-67AD-260A52A6F6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7E2FDF4-93CE-D567-6548-D6F2E1FFE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34D1292-3BF8-3EC8-B2CF-588E70F88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A6651B7-F687-5BA6-1FEC-BF97C9A35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726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A96871-CFC0-8BE8-029F-FB186EA5F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A51359-102D-26CA-F1EA-73FC4C7DE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28D193B-10BA-00C1-F44E-C4E2D7A54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F41DE06-691D-BACE-EF74-00DA16AA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704DC47-6D0E-D725-022E-5783984F0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68D49F3B-C62E-F1C1-3CA7-8E599750E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776273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6F0D90-7077-CBA9-FC46-DF299C89E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2EDDB9D-074D-34A7-56D8-D96091735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255D817-1481-9649-B22F-9563DFA13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D21A5C0-0ACE-2EF5-6E96-13AFF144F2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4E46D9B-8676-C243-8C66-135E64138E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123140E4-F446-F60E-A138-43B41A592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BC712B30-BD3C-3376-39F0-64D77739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7B5DB66-44DF-D049-F473-D9F38A265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73370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320A35-8133-9069-9C02-B6FEC774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B1296CA7-10AD-7799-ECAF-0B25B26B7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1E246599-5564-3201-D344-D7C97D79E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8C3E8627-9A5C-5FF1-544C-741D06800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60790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AF57C4E7-7151-E8E6-DD42-16B23ABC9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E5D569C7-8DB9-557D-D261-F27C4F187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45374BC7-BD0F-E096-39FE-053F86FC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2786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3651ABF-5E14-CAD2-6B1D-CA511E961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2F46BAF-7ABD-52A3-5B16-D4F4808EC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560A96-3230-143E-B9E0-E98BFF0946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09F63D4-F091-B9F6-32C3-85E6368AE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8780DE7-6A63-669E-E05F-326C674F9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2B3E7CDF-B428-93EF-48BA-AD4124C01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99216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3E16DF2-3147-644F-B369-C660A1FC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F4B79770-83E8-C3F5-F504-7E563962D9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DBB373E0-3758-E2EF-FFAC-404B8ED3D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D23842F-3631-B46E-02ED-1931C3FC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C045330-44C2-1AAD-534A-ADDB8F61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473DFAE2-C135-C941-E6A6-91B213AE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4834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E3C7C4-A774-2C74-CBD9-1089CD1D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2D0D343-D32B-16A9-7773-78E9F4153E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0ECA41A-32F4-7ECA-AFFE-C4585EAD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DB6342A-401D-E9E1-DCA5-4CDF5A211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18976EA-17BB-D1F0-FED5-AF2583CB0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3721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30212CBF-24D8-3E36-08D5-C875951F9B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76FB757-6231-6215-8AB1-DF982EC65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437F1A7-2185-EFEC-FE1C-CA17097AD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618A2A9-D4A1-24A4-D800-F8A8BBDE2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4C430673-4B07-23DC-30F4-E7A32D06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93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0A5527D-FF38-FD79-DC79-4CDFC7307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A182328-2597-2608-8C92-FD55704263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A465DAE-1CA4-9D6E-2860-6B8831C4CA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932EC8-14CD-4AF2-AF13-454E0133FAE2}" type="datetimeFigureOut">
              <a:rPr lang="hu-HU" smtClean="0"/>
              <a:t>2026. 09. 22.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D5BFCE6-B892-F03E-2B99-839434656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DD753A8-C4EE-B2C2-C7D3-24722BEED6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53C3E7-33F0-469D-9771-0722C20BA4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018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Csoportba foglalás 46">
            <a:extLst>
              <a:ext uri="{FF2B5EF4-FFF2-40B4-BE49-F238E27FC236}">
                <a16:creationId xmlns:a16="http://schemas.microsoft.com/office/drawing/2014/main" id="{B4F810A0-E619-0219-7CF7-8DA3F21CD62C}"/>
              </a:ext>
            </a:extLst>
          </p:cNvPr>
          <p:cNvGrpSpPr/>
          <p:nvPr/>
        </p:nvGrpSpPr>
        <p:grpSpPr>
          <a:xfrm>
            <a:off x="-1050399" y="480535"/>
            <a:ext cx="6187702" cy="1440000"/>
            <a:chOff x="-757891" y="428624"/>
            <a:chExt cx="6187702" cy="1440000"/>
          </a:xfrm>
        </p:grpSpPr>
        <p:sp>
          <p:nvSpPr>
            <p:cNvPr id="10" name="Téglalap: lekerekített 9">
              <a:extLst>
                <a:ext uri="{FF2B5EF4-FFF2-40B4-BE49-F238E27FC236}">
                  <a16:creationId xmlns:a16="http://schemas.microsoft.com/office/drawing/2014/main" id="{4E5DB33C-5633-8422-6C8D-500FD003F31A}"/>
                </a:ext>
              </a:extLst>
            </p:cNvPr>
            <p:cNvSpPr/>
            <p:nvPr/>
          </p:nvSpPr>
          <p:spPr>
            <a:xfrm>
              <a:off x="-757891" y="428624"/>
              <a:ext cx="6187702" cy="144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1" name="Ellipszis 10">
              <a:extLst>
                <a:ext uri="{FF2B5EF4-FFF2-40B4-BE49-F238E27FC236}">
                  <a16:creationId xmlns:a16="http://schemas.microsoft.com/office/drawing/2014/main" id="{8D70B36C-88DC-889D-63DA-738BBE936500}"/>
                </a:ext>
              </a:extLst>
            </p:cNvPr>
            <p:cNvSpPr/>
            <p:nvPr/>
          </p:nvSpPr>
          <p:spPr>
            <a:xfrm>
              <a:off x="3870860" y="473515"/>
              <a:ext cx="1440000" cy="133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7" name="Szövegdoboz 26">
              <a:extLst>
                <a:ext uri="{FF2B5EF4-FFF2-40B4-BE49-F238E27FC236}">
                  <a16:creationId xmlns:a16="http://schemas.microsoft.com/office/drawing/2014/main" id="{146C670A-7F95-D1A9-1CD4-86079D276569}"/>
                </a:ext>
              </a:extLst>
            </p:cNvPr>
            <p:cNvSpPr txBox="1"/>
            <p:nvPr/>
          </p:nvSpPr>
          <p:spPr>
            <a:xfrm>
              <a:off x="4174572" y="514707"/>
              <a:ext cx="83257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8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</a:p>
          </p:txBody>
        </p:sp>
        <p:sp>
          <p:nvSpPr>
            <p:cNvPr id="6" name="Szövegdoboz 5">
              <a:extLst>
                <a:ext uri="{FF2B5EF4-FFF2-40B4-BE49-F238E27FC236}">
                  <a16:creationId xmlns:a16="http://schemas.microsoft.com/office/drawing/2014/main" id="{80E4DC60-5893-54AA-9180-2397C9B41BB5}"/>
                </a:ext>
              </a:extLst>
            </p:cNvPr>
            <p:cNvSpPr txBox="1"/>
            <p:nvPr/>
          </p:nvSpPr>
          <p:spPr>
            <a:xfrm>
              <a:off x="623326" y="787404"/>
              <a:ext cx="459105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600" dirty="0"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Kerüld</a:t>
              </a:r>
            </a:p>
            <a:p>
              <a:r>
                <a:rPr lang="hu-HU" dirty="0"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 a túl erős napsütést!</a:t>
              </a:r>
            </a:p>
            <a:p>
              <a:endParaRPr lang="hu-HU" dirty="0"/>
            </a:p>
          </p:txBody>
        </p:sp>
        <p:pic>
          <p:nvPicPr>
            <p:cNvPr id="32" name="Kép 31">
              <a:extLst>
                <a:ext uri="{FF2B5EF4-FFF2-40B4-BE49-F238E27FC236}">
                  <a16:creationId xmlns:a16="http://schemas.microsoft.com/office/drawing/2014/main" id="{E26A9AB4-2CAD-673C-63C5-107A484D2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56481" y="733404"/>
              <a:ext cx="857143" cy="800000"/>
            </a:xfrm>
            <a:prstGeom prst="rect">
              <a:avLst/>
            </a:prstGeom>
          </p:spPr>
        </p:pic>
        <p:cxnSp>
          <p:nvCxnSpPr>
            <p:cNvPr id="41" name="Egyenes összekötő 40">
              <a:extLst>
                <a:ext uri="{FF2B5EF4-FFF2-40B4-BE49-F238E27FC236}">
                  <a16:creationId xmlns:a16="http://schemas.microsoft.com/office/drawing/2014/main" id="{17745EEA-286B-2993-83BE-6FCDFFA74ACC}"/>
                </a:ext>
              </a:extLst>
            </p:cNvPr>
            <p:cNvCxnSpPr>
              <a:cxnSpLocks/>
            </p:cNvCxnSpPr>
            <p:nvPr/>
          </p:nvCxnSpPr>
          <p:spPr>
            <a:xfrm>
              <a:off x="421571" y="581206"/>
              <a:ext cx="0" cy="1190439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Csoportba foglalás 49">
            <a:extLst>
              <a:ext uri="{FF2B5EF4-FFF2-40B4-BE49-F238E27FC236}">
                <a16:creationId xmlns:a16="http://schemas.microsoft.com/office/drawing/2014/main" id="{03AD8A8D-4CDD-628F-A360-32A5840AD63C}"/>
              </a:ext>
            </a:extLst>
          </p:cNvPr>
          <p:cNvGrpSpPr/>
          <p:nvPr/>
        </p:nvGrpSpPr>
        <p:grpSpPr>
          <a:xfrm>
            <a:off x="-799427" y="3364590"/>
            <a:ext cx="5636544" cy="1440000"/>
            <a:chOff x="-1045494" y="3308624"/>
            <a:chExt cx="5636544" cy="1440000"/>
          </a:xfrm>
        </p:grpSpPr>
        <p:grpSp>
          <p:nvGrpSpPr>
            <p:cNvPr id="24" name="Csoportba foglalás 23">
              <a:extLst>
                <a:ext uri="{FF2B5EF4-FFF2-40B4-BE49-F238E27FC236}">
                  <a16:creationId xmlns:a16="http://schemas.microsoft.com/office/drawing/2014/main" id="{6AF75339-CE60-850F-67D0-8BD0F96D7C27}"/>
                </a:ext>
              </a:extLst>
            </p:cNvPr>
            <p:cNvGrpSpPr/>
            <p:nvPr/>
          </p:nvGrpSpPr>
          <p:grpSpPr>
            <a:xfrm>
              <a:off x="-1045494" y="3308624"/>
              <a:ext cx="5119688" cy="1440000"/>
              <a:chOff x="4681537" y="2708064"/>
              <a:chExt cx="5119688" cy="1440000"/>
            </a:xfrm>
          </p:grpSpPr>
          <p:sp>
            <p:nvSpPr>
              <p:cNvPr id="17" name="Téglalap: lekerekített 16">
                <a:extLst>
                  <a:ext uri="{FF2B5EF4-FFF2-40B4-BE49-F238E27FC236}">
                    <a16:creationId xmlns:a16="http://schemas.microsoft.com/office/drawing/2014/main" id="{74C0A5BF-293B-2BF6-2C74-F975064DB7EB}"/>
                  </a:ext>
                </a:extLst>
              </p:cNvPr>
              <p:cNvSpPr/>
              <p:nvPr/>
            </p:nvSpPr>
            <p:spPr>
              <a:xfrm>
                <a:off x="4681537" y="2708064"/>
                <a:ext cx="5119688" cy="144000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  <p:sp>
            <p:nvSpPr>
              <p:cNvPr id="18" name="Ellipszis 17">
                <a:extLst>
                  <a:ext uri="{FF2B5EF4-FFF2-40B4-BE49-F238E27FC236}">
                    <a16:creationId xmlns:a16="http://schemas.microsoft.com/office/drawing/2014/main" id="{AB84B859-B532-7198-9CDF-719A76E72413}"/>
                  </a:ext>
                </a:extLst>
              </p:cNvPr>
              <p:cNvSpPr/>
              <p:nvPr/>
            </p:nvSpPr>
            <p:spPr>
              <a:xfrm>
                <a:off x="8248649" y="2762064"/>
                <a:ext cx="1440000" cy="13320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hu-HU"/>
              </a:p>
            </p:txBody>
          </p:sp>
        </p:grpSp>
        <p:sp>
          <p:nvSpPr>
            <p:cNvPr id="29" name="Szövegdoboz 28">
              <a:extLst>
                <a:ext uri="{FF2B5EF4-FFF2-40B4-BE49-F238E27FC236}">
                  <a16:creationId xmlns:a16="http://schemas.microsoft.com/office/drawing/2014/main" id="{9CEAAC3C-B8DC-9F89-6F96-65630551D4D2}"/>
                </a:ext>
              </a:extLst>
            </p:cNvPr>
            <p:cNvSpPr txBox="1"/>
            <p:nvPr/>
          </p:nvSpPr>
          <p:spPr>
            <a:xfrm>
              <a:off x="2820005" y="3371185"/>
              <a:ext cx="83257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8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3</a:t>
              </a:r>
            </a:p>
          </p:txBody>
        </p:sp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5596D68F-9D03-39C6-F67F-BBB43C758E16}"/>
                </a:ext>
              </a:extLst>
            </p:cNvPr>
            <p:cNvSpPr txBox="1"/>
            <p:nvPr/>
          </p:nvSpPr>
          <p:spPr>
            <a:xfrm>
              <a:off x="0" y="3613404"/>
              <a:ext cx="459105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6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Ismerd</a:t>
              </a:r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 </a:t>
              </a:r>
            </a:p>
            <a:p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meg a napvédőket!</a:t>
              </a:r>
            </a:p>
            <a:p>
              <a:endParaRPr lang="hu-HU" dirty="0"/>
            </a:p>
          </p:txBody>
        </p:sp>
        <p:pic>
          <p:nvPicPr>
            <p:cNvPr id="34" name="Kép 33">
              <a:extLst>
                <a:ext uri="{FF2B5EF4-FFF2-40B4-BE49-F238E27FC236}">
                  <a16:creationId xmlns:a16="http://schemas.microsoft.com/office/drawing/2014/main" id="{D15C3EF2-4D83-85AF-A0A4-D257EA3B4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966760" y="3613404"/>
              <a:ext cx="857143" cy="800000"/>
            </a:xfrm>
            <a:prstGeom prst="rect">
              <a:avLst/>
            </a:prstGeom>
          </p:spPr>
        </p:pic>
        <p:cxnSp>
          <p:nvCxnSpPr>
            <p:cNvPr id="43" name="Egyenes összekötő 42">
              <a:extLst>
                <a:ext uri="{FF2B5EF4-FFF2-40B4-BE49-F238E27FC236}">
                  <a16:creationId xmlns:a16="http://schemas.microsoft.com/office/drawing/2014/main" id="{4E05ABB2-A3E0-4EF5-1384-CA3EEE2DF42F}"/>
                </a:ext>
              </a:extLst>
            </p:cNvPr>
            <p:cNvCxnSpPr>
              <a:cxnSpLocks/>
            </p:cNvCxnSpPr>
            <p:nvPr/>
          </p:nvCxnSpPr>
          <p:spPr>
            <a:xfrm>
              <a:off x="-1941" y="3433404"/>
              <a:ext cx="0" cy="1190439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Csoportba foglalás 48">
            <a:extLst>
              <a:ext uri="{FF2B5EF4-FFF2-40B4-BE49-F238E27FC236}">
                <a16:creationId xmlns:a16="http://schemas.microsoft.com/office/drawing/2014/main" id="{E49041BF-1D6E-7B09-C8DA-97B9CD4FC821}"/>
              </a:ext>
            </a:extLst>
          </p:cNvPr>
          <p:cNvGrpSpPr/>
          <p:nvPr/>
        </p:nvGrpSpPr>
        <p:grpSpPr>
          <a:xfrm>
            <a:off x="-529175" y="4799322"/>
            <a:ext cx="6358921" cy="1440000"/>
            <a:chOff x="-651140" y="4748624"/>
            <a:chExt cx="6358921" cy="1440000"/>
          </a:xfrm>
        </p:grpSpPr>
        <p:sp>
          <p:nvSpPr>
            <p:cNvPr id="20" name="Téglalap: lekerekített 19">
              <a:extLst>
                <a:ext uri="{FF2B5EF4-FFF2-40B4-BE49-F238E27FC236}">
                  <a16:creationId xmlns:a16="http://schemas.microsoft.com/office/drawing/2014/main" id="{3B791084-12E3-F85F-0259-697931E9A479}"/>
                </a:ext>
              </a:extLst>
            </p:cNvPr>
            <p:cNvSpPr/>
            <p:nvPr/>
          </p:nvSpPr>
          <p:spPr>
            <a:xfrm>
              <a:off x="-651140" y="4748624"/>
              <a:ext cx="6358921" cy="14400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21" name="Ellipszis 20">
              <a:extLst>
                <a:ext uri="{FF2B5EF4-FFF2-40B4-BE49-F238E27FC236}">
                  <a16:creationId xmlns:a16="http://schemas.microsoft.com/office/drawing/2014/main" id="{78F90CC2-3C26-35E7-3FF8-0C73C7196878}"/>
                </a:ext>
              </a:extLst>
            </p:cNvPr>
            <p:cNvSpPr/>
            <p:nvPr/>
          </p:nvSpPr>
          <p:spPr>
            <a:xfrm>
              <a:off x="4117117" y="4783884"/>
              <a:ext cx="1440000" cy="1332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 dirty="0"/>
            </a:p>
          </p:txBody>
        </p:sp>
        <p:sp>
          <p:nvSpPr>
            <p:cNvPr id="30" name="Szövegdoboz 29">
              <a:extLst>
                <a:ext uri="{FF2B5EF4-FFF2-40B4-BE49-F238E27FC236}">
                  <a16:creationId xmlns:a16="http://schemas.microsoft.com/office/drawing/2014/main" id="{3F9EF81E-F642-1E23-8804-789A661341DB}"/>
                </a:ext>
              </a:extLst>
            </p:cNvPr>
            <p:cNvSpPr txBox="1"/>
            <p:nvPr/>
          </p:nvSpPr>
          <p:spPr>
            <a:xfrm>
              <a:off x="4381800" y="4801638"/>
              <a:ext cx="83257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hu-HU" sz="8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4</a:t>
              </a:r>
            </a:p>
          </p:txBody>
        </p:sp>
        <p:sp>
          <p:nvSpPr>
            <p:cNvPr id="9" name="Szövegdoboz 8">
              <a:extLst>
                <a:ext uri="{FF2B5EF4-FFF2-40B4-BE49-F238E27FC236}">
                  <a16:creationId xmlns:a16="http://schemas.microsoft.com/office/drawing/2014/main" id="{C2335333-320E-5AB9-C866-00D833DB2C9B}"/>
                </a:ext>
              </a:extLst>
            </p:cNvPr>
            <p:cNvSpPr txBox="1"/>
            <p:nvPr/>
          </p:nvSpPr>
          <p:spPr>
            <a:xfrm>
              <a:off x="844512" y="4945404"/>
              <a:ext cx="459105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6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Védd</a:t>
              </a:r>
            </a:p>
            <a:p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a gyermekeket a közvetlen</a:t>
              </a:r>
            </a:p>
            <a:p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 napsugárzás ellen!</a:t>
              </a:r>
            </a:p>
          </p:txBody>
        </p:sp>
        <p:pic>
          <p:nvPicPr>
            <p:cNvPr id="35" name="Kép 34">
              <a:extLst>
                <a:ext uri="{FF2B5EF4-FFF2-40B4-BE49-F238E27FC236}">
                  <a16:creationId xmlns:a16="http://schemas.microsoft.com/office/drawing/2014/main" id="{D6470769-C807-A827-C11C-E340FB6094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73544" y="5068624"/>
              <a:ext cx="857143" cy="800000"/>
            </a:xfrm>
            <a:prstGeom prst="rect">
              <a:avLst/>
            </a:prstGeom>
          </p:spPr>
        </p:pic>
        <p:cxnSp>
          <p:nvCxnSpPr>
            <p:cNvPr id="44" name="Egyenes összekötő 43">
              <a:extLst>
                <a:ext uri="{FF2B5EF4-FFF2-40B4-BE49-F238E27FC236}">
                  <a16:creationId xmlns:a16="http://schemas.microsoft.com/office/drawing/2014/main" id="{BDFCC2E3-8EF1-3972-329A-D47A556960FC}"/>
                </a:ext>
              </a:extLst>
            </p:cNvPr>
            <p:cNvCxnSpPr>
              <a:cxnSpLocks/>
            </p:cNvCxnSpPr>
            <p:nvPr/>
          </p:nvCxnSpPr>
          <p:spPr>
            <a:xfrm>
              <a:off x="516218" y="4868137"/>
              <a:ext cx="0" cy="1190439"/>
            </a:xfrm>
            <a:prstGeom prst="line">
              <a:avLst/>
            </a:prstGeom>
            <a:ln w="5080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Szövegdoboz 45">
            <a:extLst>
              <a:ext uri="{FF2B5EF4-FFF2-40B4-BE49-F238E27FC236}">
                <a16:creationId xmlns:a16="http://schemas.microsoft.com/office/drawing/2014/main" id="{E5314C99-B4B6-605F-8C15-FDC1DDC8B1DD}"/>
              </a:ext>
            </a:extLst>
          </p:cNvPr>
          <p:cNvSpPr txBox="1"/>
          <p:nvPr/>
        </p:nvSpPr>
        <p:spPr>
          <a:xfrm>
            <a:off x="6609273" y="730731"/>
            <a:ext cx="6809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4000" b="1" dirty="0">
                <a:solidFill>
                  <a:schemeClr val="bg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NAPOZÁS</a:t>
            </a:r>
          </a:p>
          <a:p>
            <a:r>
              <a:rPr lang="hu-HU" sz="4000" b="1" dirty="0">
                <a:solidFill>
                  <a:schemeClr val="bg2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ARANYSZABÁLYAI</a:t>
            </a:r>
          </a:p>
        </p:txBody>
      </p:sp>
      <p:grpSp>
        <p:nvGrpSpPr>
          <p:cNvPr id="51" name="Csoportba foglalás 50">
            <a:extLst>
              <a:ext uri="{FF2B5EF4-FFF2-40B4-BE49-F238E27FC236}">
                <a16:creationId xmlns:a16="http://schemas.microsoft.com/office/drawing/2014/main" id="{45A9D0A2-9D86-CF69-EABB-B5FF3257B30D}"/>
              </a:ext>
            </a:extLst>
          </p:cNvPr>
          <p:cNvGrpSpPr/>
          <p:nvPr/>
        </p:nvGrpSpPr>
        <p:grpSpPr>
          <a:xfrm>
            <a:off x="-1150465" y="1929857"/>
            <a:ext cx="6116649" cy="1440000"/>
            <a:chOff x="4951952" y="3111304"/>
            <a:chExt cx="6116649" cy="1440000"/>
          </a:xfrm>
        </p:grpSpPr>
        <p:grpSp>
          <p:nvGrpSpPr>
            <p:cNvPr id="48" name="Csoportba foglalás 47">
              <a:extLst>
                <a:ext uri="{FF2B5EF4-FFF2-40B4-BE49-F238E27FC236}">
                  <a16:creationId xmlns:a16="http://schemas.microsoft.com/office/drawing/2014/main" id="{78D7B64C-A993-BDD6-3774-DFD40CD002FC}"/>
                </a:ext>
              </a:extLst>
            </p:cNvPr>
            <p:cNvGrpSpPr/>
            <p:nvPr/>
          </p:nvGrpSpPr>
          <p:grpSpPr>
            <a:xfrm>
              <a:off x="4951952" y="3111304"/>
              <a:ext cx="5119688" cy="1440000"/>
              <a:chOff x="-1412082" y="1868624"/>
              <a:chExt cx="5119688" cy="1440000"/>
            </a:xfrm>
          </p:grpSpPr>
          <p:grpSp>
            <p:nvGrpSpPr>
              <p:cNvPr id="25" name="Csoportba foglalás 24">
                <a:extLst>
                  <a:ext uri="{FF2B5EF4-FFF2-40B4-BE49-F238E27FC236}">
                    <a16:creationId xmlns:a16="http://schemas.microsoft.com/office/drawing/2014/main" id="{806FBA21-1BB2-523E-E0B3-63BAC79FCFDB}"/>
                  </a:ext>
                </a:extLst>
              </p:cNvPr>
              <p:cNvGrpSpPr/>
              <p:nvPr/>
            </p:nvGrpSpPr>
            <p:grpSpPr>
              <a:xfrm>
                <a:off x="-1412082" y="1868624"/>
                <a:ext cx="5119688" cy="1440000"/>
                <a:chOff x="-1542840" y="2370574"/>
                <a:chExt cx="5119688" cy="1440000"/>
              </a:xfrm>
            </p:grpSpPr>
            <p:sp>
              <p:nvSpPr>
                <p:cNvPr id="14" name="Téglalap: lekerekített 13">
                  <a:extLst>
                    <a:ext uri="{FF2B5EF4-FFF2-40B4-BE49-F238E27FC236}">
                      <a16:creationId xmlns:a16="http://schemas.microsoft.com/office/drawing/2014/main" id="{4E9A1813-952D-2474-126C-DB051A38F466}"/>
                    </a:ext>
                  </a:extLst>
                </p:cNvPr>
                <p:cNvSpPr/>
                <p:nvPr/>
              </p:nvSpPr>
              <p:spPr>
                <a:xfrm>
                  <a:off x="-1542840" y="2370574"/>
                  <a:ext cx="5119688" cy="144000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  <p:sp>
              <p:nvSpPr>
                <p:cNvPr id="15" name="Ellipszis 14">
                  <a:extLst>
                    <a:ext uri="{FF2B5EF4-FFF2-40B4-BE49-F238E27FC236}">
                      <a16:creationId xmlns:a16="http://schemas.microsoft.com/office/drawing/2014/main" id="{17E559C5-5873-5F61-7C83-D34EE2C362F9}"/>
                    </a:ext>
                  </a:extLst>
                </p:cNvPr>
                <p:cNvSpPr/>
                <p:nvPr/>
              </p:nvSpPr>
              <p:spPr>
                <a:xfrm>
                  <a:off x="2024272" y="2424574"/>
                  <a:ext cx="1440000" cy="1332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635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hu-HU"/>
                </a:p>
              </p:txBody>
            </p:sp>
          </p:grpSp>
          <p:sp>
            <p:nvSpPr>
              <p:cNvPr id="28" name="Szövegdoboz 27">
                <a:extLst>
                  <a:ext uri="{FF2B5EF4-FFF2-40B4-BE49-F238E27FC236}">
                    <a16:creationId xmlns:a16="http://schemas.microsoft.com/office/drawing/2014/main" id="{95185610-7E8F-BCD9-1F4A-8FD7EBFDB722}"/>
                  </a:ext>
                </a:extLst>
              </p:cNvPr>
              <p:cNvSpPr txBox="1"/>
              <p:nvPr/>
            </p:nvSpPr>
            <p:spPr>
              <a:xfrm>
                <a:off x="2409042" y="1931185"/>
                <a:ext cx="83257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hu-HU" sz="8000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2</a:t>
                </a:r>
              </a:p>
            </p:txBody>
          </p:sp>
          <p:pic>
            <p:nvPicPr>
              <p:cNvPr id="33" name="Kép 32">
                <a:extLst>
                  <a:ext uri="{FF2B5EF4-FFF2-40B4-BE49-F238E27FC236}">
                    <a16:creationId xmlns:a16="http://schemas.microsoft.com/office/drawing/2014/main" id="{22FA5914-A397-38FD-37AE-262CBA366B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312016" y="2188624"/>
                <a:ext cx="857143" cy="800000"/>
              </a:xfrm>
              <a:prstGeom prst="rect">
                <a:avLst/>
              </a:prstGeom>
            </p:spPr>
          </p:pic>
          <p:cxnSp>
            <p:nvCxnSpPr>
              <p:cNvPr id="39" name="Egyenes összekötő 38">
                <a:extLst>
                  <a:ext uri="{FF2B5EF4-FFF2-40B4-BE49-F238E27FC236}">
                    <a16:creationId xmlns:a16="http://schemas.microsoft.com/office/drawing/2014/main" id="{884DF637-16F9-BCF6-E586-C5068A5C39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-240968" y="1993404"/>
                <a:ext cx="0" cy="1190439"/>
              </a:xfrm>
              <a:prstGeom prst="line">
                <a:avLst/>
              </a:prstGeom>
              <a:ln w="50800"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Szövegdoboz 6">
              <a:extLst>
                <a:ext uri="{FF2B5EF4-FFF2-40B4-BE49-F238E27FC236}">
                  <a16:creationId xmlns:a16="http://schemas.microsoft.com/office/drawing/2014/main" id="{32F39746-E91D-574B-4E7A-396A0F85FEF0}"/>
                </a:ext>
              </a:extLst>
            </p:cNvPr>
            <p:cNvSpPr txBox="1"/>
            <p:nvPr/>
          </p:nvSpPr>
          <p:spPr>
            <a:xfrm>
              <a:off x="6477551" y="3429000"/>
              <a:ext cx="4591050" cy="1046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hu-HU" sz="2600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Fedd</a:t>
              </a:r>
            </a:p>
            <a:p>
              <a:r>
                <a:rPr lang="hu-HU" dirty="0">
                  <a:solidFill>
                    <a:schemeClr val="bg1"/>
                  </a:solidFill>
                  <a:latin typeface="Open sans" panose="020F0502020204030204" pitchFamily="34" charset="0"/>
                  <a:ea typeface="Open sans" panose="020F0502020204030204" pitchFamily="34" charset="0"/>
                  <a:cs typeface="Open sans" panose="020F0502020204030204" pitchFamily="34" charset="0"/>
                </a:rPr>
                <a:t>el testedet!</a:t>
              </a:r>
            </a:p>
            <a:p>
              <a:endParaRPr lang="hu-HU" dirty="0"/>
            </a:p>
          </p:txBody>
        </p:sp>
      </p:grpSp>
    </p:spTree>
    <p:extLst>
      <p:ext uri="{BB962C8B-B14F-4D97-AF65-F5344CB8AC3E}">
        <p14:creationId xmlns:p14="http://schemas.microsoft.com/office/powerpoint/2010/main" val="48539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32</Words>
  <Application>Microsoft Office PowerPoint</Application>
  <PresentationFormat>Szélesvásznú</PresentationFormat>
  <Paragraphs>15</Paragraphs>
  <Slides>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Open sans</vt:lpstr>
      <vt:lpstr>Office-téma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O365 felhasználó</dc:creator>
  <cp:lastModifiedBy>O365 felhasználó</cp:lastModifiedBy>
  <cp:revision>2</cp:revision>
  <dcterms:created xsi:type="dcterms:W3CDTF">2026-09-22T15:37:41Z</dcterms:created>
  <dcterms:modified xsi:type="dcterms:W3CDTF">2026-09-22T16:09:52Z</dcterms:modified>
</cp:coreProperties>
</file>