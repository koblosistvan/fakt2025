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76DFDA-7483-BE5A-9DA0-83C8172B1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D480C5C-DA39-0CA6-A84A-C2561B72A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58F2DF6-E6AF-F516-78CD-A3B0B293F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C88E90A-C1F3-AC85-8B8A-863F4A58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A604DD1-41EF-955E-43A1-105D07D4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04351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96F4D8-B04C-B254-D9A8-3D777866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6D08B4-52FB-0375-5B7B-EE7D580D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D0A9765-CAF5-5516-AC49-0B5ACD2B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31E151E-8DAC-6104-4FBC-89D88FAB1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EB13809-DCBE-C792-2A79-FC6C83F9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641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79909E-B207-90F0-A882-FF334EFD6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4D6F184-F0E8-DF6D-8CEA-54D9DA927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E31F99A-BE39-08A1-508F-02F821F4E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49D72B-12CE-4545-95F8-F9ABFDC6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3C1DB17-208C-D35A-7172-2E197F673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75839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6765476-1755-DC39-916F-6D00D6C85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9FBF21-EBBB-EFB1-12DC-84E001722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1FB9383-FD54-E17C-B325-5B8FD2CF5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F2413B2-BD8B-4728-F4E7-BE65C508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210C4DC-3AD8-3A2B-9D26-A0D559DF5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DA660AD-6B17-28C1-AB5C-5180D9D60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427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FC636E-5A2F-133B-643E-32A9F83C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F332C8A-6B44-B54C-3D5D-48989F8AA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5B2B1F6-46DA-9165-6D6B-214818DC9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31E0A57-A11E-60A1-6077-3730A6AF2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ED34058-3655-B45A-0EE9-B3E42D0CC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7E6D511-7ED7-841E-620F-D90DB887C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9250493-73BD-0AC7-0D46-1393C00D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9D26C33-5919-0586-55B5-854A1D3C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995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806BBC-C09F-D0D1-FC83-CBB3CABC0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14D4A59A-C5F0-F0EC-B860-E9F081297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4BBB7E7-9941-6260-C21E-D75A4002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622F1D1-86BC-8E32-5527-17DB9BCF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328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92684FF-284D-20F6-4FE5-244260DF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3D7F9D8-348C-5615-23C5-13FA6049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666B9B0-C69F-8F1A-B32F-17BD434A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0196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C69074-7D19-0EB0-1733-ED4CF3580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B45A8C-8051-A415-E655-096D274CD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995EAB7-6C74-1C91-DBFE-25F1AFE6E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A5EE7FF-E1DD-5052-A6D7-C3361B789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87EA615-0807-E69B-7FE6-3711C5EDB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9F091E8-797D-0A6A-9C0C-00E31F36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262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676400-67D8-53F6-C501-F0F15DC6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E425D6C4-EB78-006C-999B-031C6A2C5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AB37F6A-D2B7-F877-D4BF-A17F3078E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A5717A6-E741-C464-F9B7-8E4BD994F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C0B878A-E607-DADD-0C2E-C55F30633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22D0806-47E7-FE2B-2ED3-B2DCA6A3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5321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901101F-63F0-21C6-91A4-FA2D28F9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47CA61D-4D1D-A948-8714-B882DB88C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CCB16A7-DFF7-ACC1-685B-357D5045B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D8D49DF-3689-A398-3515-F7C840A82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E3A53C6-DAD0-9603-0449-F6BA3A95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795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46E31A7-3F7B-4AA0-2197-A18F67F37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99295A2-1547-B7A6-B814-88ACA313B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FE4C74E-4D7D-3611-1D0C-1248A258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35B340-A67C-4A91-F191-D5702DA0A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33FE0C8-87D8-10A5-2007-374CCB0D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800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8753BAE-BEC7-C2AB-2DB7-DEE524F98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6371167-96F8-AB82-AE31-19E09E63A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FEDDAE8-D0C3-3D6E-42E7-AAD7D4F978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F7F37-7894-48D3-91AF-97A42EF163E6}" type="datetimeFigureOut">
              <a:rPr lang="hu-HU" smtClean="0"/>
              <a:t>2026. 09. 14.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4BE195-34AE-56D1-B63E-2A46583E0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8B8680F-115C-E3B4-71DA-EE437F3FC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734F5-8755-40A2-8C95-B2A835041E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9706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zövegdoboz 3">
            <a:extLst>
              <a:ext uri="{FF2B5EF4-FFF2-40B4-BE49-F238E27FC236}">
                <a16:creationId xmlns:a16="http://schemas.microsoft.com/office/drawing/2014/main" id="{98C3BE36-4DC9-BC72-2EE7-9CE3DA99F199}"/>
              </a:ext>
            </a:extLst>
          </p:cNvPr>
          <p:cNvSpPr txBox="1"/>
          <p:nvPr/>
        </p:nvSpPr>
        <p:spPr>
          <a:xfrm>
            <a:off x="7347095" y="785627"/>
            <a:ext cx="45729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000" b="1" cap="all" dirty="0">
                <a:solidFill>
                  <a:schemeClr val="bg2">
                    <a:lumMod val="50000"/>
                  </a:schemeClr>
                </a:solidFill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A napozás</a:t>
            </a:r>
            <a:br>
              <a:rPr lang="hu-HU" sz="4000" b="1" cap="all" dirty="0">
                <a:solidFill>
                  <a:schemeClr val="bg2">
                    <a:lumMod val="50000"/>
                  </a:schemeClr>
                </a:solidFill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</a:br>
            <a:r>
              <a:rPr lang="hu-HU" sz="4000" b="1" cap="all" dirty="0">
                <a:solidFill>
                  <a:schemeClr val="bg2">
                    <a:lumMod val="50000"/>
                  </a:schemeClr>
                </a:solidFill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aranyszabályai</a:t>
            </a:r>
          </a:p>
        </p:txBody>
      </p:sp>
      <p:grpSp>
        <p:nvGrpSpPr>
          <p:cNvPr id="49" name="Csoportba foglalás 48">
            <a:extLst>
              <a:ext uri="{FF2B5EF4-FFF2-40B4-BE49-F238E27FC236}">
                <a16:creationId xmlns:a16="http://schemas.microsoft.com/office/drawing/2014/main" id="{0C521523-6920-7042-11ED-8C063D23338B}"/>
              </a:ext>
            </a:extLst>
          </p:cNvPr>
          <p:cNvGrpSpPr/>
          <p:nvPr/>
        </p:nvGrpSpPr>
        <p:grpSpPr>
          <a:xfrm>
            <a:off x="-933854" y="1144541"/>
            <a:ext cx="7412476" cy="1440000"/>
            <a:chOff x="-933854" y="1144541"/>
            <a:chExt cx="7412476" cy="1440000"/>
          </a:xfrm>
        </p:grpSpPr>
        <p:sp>
          <p:nvSpPr>
            <p:cNvPr id="5" name="Téglalap: lekerekített 4">
              <a:extLst>
                <a:ext uri="{FF2B5EF4-FFF2-40B4-BE49-F238E27FC236}">
                  <a16:creationId xmlns:a16="http://schemas.microsoft.com/office/drawing/2014/main" id="{A977C047-C405-8DDC-4DDA-F233CDFFBCBE}"/>
                </a:ext>
              </a:extLst>
            </p:cNvPr>
            <p:cNvSpPr/>
            <p:nvPr/>
          </p:nvSpPr>
          <p:spPr>
            <a:xfrm>
              <a:off x="-933854" y="1144541"/>
              <a:ext cx="7412476" cy="1440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6" name="Ellipszis 5">
              <a:extLst>
                <a:ext uri="{FF2B5EF4-FFF2-40B4-BE49-F238E27FC236}">
                  <a16:creationId xmlns:a16="http://schemas.microsoft.com/office/drawing/2014/main" id="{86006C16-3F19-ECB5-1FD2-842378D57E5C}"/>
                </a:ext>
              </a:extLst>
            </p:cNvPr>
            <p:cNvSpPr/>
            <p:nvPr/>
          </p:nvSpPr>
          <p:spPr>
            <a:xfrm>
              <a:off x="5183663" y="1244104"/>
              <a:ext cx="1116000" cy="12064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54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</a:p>
          </p:txBody>
        </p:sp>
        <p:pic>
          <p:nvPicPr>
            <p:cNvPr id="33" name="Kép 32">
              <a:extLst>
                <a:ext uri="{FF2B5EF4-FFF2-40B4-BE49-F238E27FC236}">
                  <a16:creationId xmlns:a16="http://schemas.microsoft.com/office/drawing/2014/main" id="{2522F5AB-53A3-5724-7EAB-2D46F1C74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017" y="1447347"/>
              <a:ext cx="857143" cy="800000"/>
            </a:xfrm>
            <a:prstGeom prst="rect">
              <a:avLst/>
            </a:prstGeom>
          </p:spPr>
        </p:pic>
        <p:cxnSp>
          <p:nvCxnSpPr>
            <p:cNvPr id="41" name="Egyenes összekötő 40">
              <a:extLst>
                <a:ext uri="{FF2B5EF4-FFF2-40B4-BE49-F238E27FC236}">
                  <a16:creationId xmlns:a16="http://schemas.microsoft.com/office/drawing/2014/main" id="{C555E750-4648-1417-425A-1DB3A4F09C5C}"/>
                </a:ext>
              </a:extLst>
            </p:cNvPr>
            <p:cNvCxnSpPr>
              <a:cxnSpLocks/>
            </p:cNvCxnSpPr>
            <p:nvPr/>
          </p:nvCxnSpPr>
          <p:spPr>
            <a:xfrm>
              <a:off x="1152939" y="1352676"/>
              <a:ext cx="0" cy="1023731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Szövegdoboz 41">
              <a:extLst>
                <a:ext uri="{FF2B5EF4-FFF2-40B4-BE49-F238E27FC236}">
                  <a16:creationId xmlns:a16="http://schemas.microsoft.com/office/drawing/2014/main" id="{E525C7E5-C7EB-010D-321A-731103A82F23}"/>
                </a:ext>
              </a:extLst>
            </p:cNvPr>
            <p:cNvSpPr txBox="1"/>
            <p:nvPr/>
          </p:nvSpPr>
          <p:spPr>
            <a:xfrm>
              <a:off x="1320719" y="1279766"/>
              <a:ext cx="2611292" cy="11695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3200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Kerüld</a:t>
              </a:r>
              <a:r>
                <a:rPr lang="hu-HU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 </a:t>
              </a:r>
            </a:p>
            <a:p>
              <a:r>
                <a:rPr lang="hu-HU" sz="2000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a túl erős napsütést!</a:t>
              </a:r>
            </a:p>
            <a:p>
              <a:endParaRPr lang="hu-H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Csoportba foglalás 50">
            <a:extLst>
              <a:ext uri="{FF2B5EF4-FFF2-40B4-BE49-F238E27FC236}">
                <a16:creationId xmlns:a16="http://schemas.microsoft.com/office/drawing/2014/main" id="{BA5D82C0-B6C6-6C7A-A5DD-1D1ED1AEA329}"/>
              </a:ext>
            </a:extLst>
          </p:cNvPr>
          <p:cNvGrpSpPr/>
          <p:nvPr/>
        </p:nvGrpSpPr>
        <p:grpSpPr>
          <a:xfrm>
            <a:off x="-1361322" y="4026088"/>
            <a:ext cx="8708417" cy="1440000"/>
            <a:chOff x="-1361322" y="4026088"/>
            <a:chExt cx="8708417" cy="1440000"/>
          </a:xfrm>
        </p:grpSpPr>
        <p:sp>
          <p:nvSpPr>
            <p:cNvPr id="15" name="Téglalap: lekerekített 14">
              <a:extLst>
                <a:ext uri="{FF2B5EF4-FFF2-40B4-BE49-F238E27FC236}">
                  <a16:creationId xmlns:a16="http://schemas.microsoft.com/office/drawing/2014/main" id="{047BF4DE-E65F-C124-C390-D53D0DD20D47}"/>
                </a:ext>
              </a:extLst>
            </p:cNvPr>
            <p:cNvSpPr/>
            <p:nvPr/>
          </p:nvSpPr>
          <p:spPr>
            <a:xfrm>
              <a:off x="-1361322" y="4026088"/>
              <a:ext cx="8708417" cy="1440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" name="Ellipszis 15">
              <a:extLst>
                <a:ext uri="{FF2B5EF4-FFF2-40B4-BE49-F238E27FC236}">
                  <a16:creationId xmlns:a16="http://schemas.microsoft.com/office/drawing/2014/main" id="{75203106-6B38-8697-1A14-6AB8BF45510C}"/>
                </a:ext>
              </a:extLst>
            </p:cNvPr>
            <p:cNvSpPr/>
            <p:nvPr/>
          </p:nvSpPr>
          <p:spPr>
            <a:xfrm>
              <a:off x="6089597" y="4154105"/>
              <a:ext cx="1116000" cy="111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5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</a:p>
          </p:txBody>
        </p:sp>
        <p:pic>
          <p:nvPicPr>
            <p:cNvPr id="35" name="Kép 34">
              <a:extLst>
                <a:ext uri="{FF2B5EF4-FFF2-40B4-BE49-F238E27FC236}">
                  <a16:creationId xmlns:a16="http://schemas.microsoft.com/office/drawing/2014/main" id="{E25C8A60-ABF7-27BC-374B-06EE9875F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017" y="4309956"/>
              <a:ext cx="857143" cy="800000"/>
            </a:xfrm>
            <a:prstGeom prst="rect">
              <a:avLst/>
            </a:prstGeom>
          </p:spPr>
        </p:pic>
        <p:cxnSp>
          <p:nvCxnSpPr>
            <p:cNvPr id="39" name="Egyenes összekötő 38">
              <a:extLst>
                <a:ext uri="{FF2B5EF4-FFF2-40B4-BE49-F238E27FC236}">
                  <a16:creationId xmlns:a16="http://schemas.microsoft.com/office/drawing/2014/main" id="{07098BD0-9484-E875-7EBD-3C31FA20E3A9}"/>
                </a:ext>
              </a:extLst>
            </p:cNvPr>
            <p:cNvCxnSpPr>
              <a:cxnSpLocks/>
            </p:cNvCxnSpPr>
            <p:nvPr/>
          </p:nvCxnSpPr>
          <p:spPr>
            <a:xfrm>
              <a:off x="1152939" y="4234223"/>
              <a:ext cx="0" cy="1023731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Szövegdoboz 43">
              <a:extLst>
                <a:ext uri="{FF2B5EF4-FFF2-40B4-BE49-F238E27FC236}">
                  <a16:creationId xmlns:a16="http://schemas.microsoft.com/office/drawing/2014/main" id="{94ED5FDC-85D4-F2A6-43CB-C2535AB38358}"/>
                </a:ext>
              </a:extLst>
            </p:cNvPr>
            <p:cNvSpPr txBox="1"/>
            <p:nvPr/>
          </p:nvSpPr>
          <p:spPr>
            <a:xfrm>
              <a:off x="1320719" y="4299812"/>
              <a:ext cx="3701146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3200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Ismerd</a:t>
              </a:r>
            </a:p>
            <a:p>
              <a:pPr algn="ctr"/>
              <a:r>
                <a:rPr lang="hu-HU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 </a:t>
              </a:r>
              <a:r>
                <a:rPr lang="hu-HU" sz="2000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meg a napvédőket!</a:t>
              </a:r>
              <a:endParaRPr lang="hu-HU" dirty="0">
                <a:solidFill>
                  <a:schemeClr val="bg1"/>
                </a:solidFill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endParaRPr>
            </a:p>
          </p:txBody>
        </p:sp>
      </p:grpSp>
      <p:grpSp>
        <p:nvGrpSpPr>
          <p:cNvPr id="52" name="Csoportba foglalás 51">
            <a:extLst>
              <a:ext uri="{FF2B5EF4-FFF2-40B4-BE49-F238E27FC236}">
                <a16:creationId xmlns:a16="http://schemas.microsoft.com/office/drawing/2014/main" id="{9C75F32B-C9AE-BA2F-631F-BE100B951958}"/>
              </a:ext>
            </a:extLst>
          </p:cNvPr>
          <p:cNvGrpSpPr/>
          <p:nvPr/>
        </p:nvGrpSpPr>
        <p:grpSpPr>
          <a:xfrm>
            <a:off x="-1361322" y="5425520"/>
            <a:ext cx="9582623" cy="1440000"/>
            <a:chOff x="-1361322" y="5425520"/>
            <a:chExt cx="9582623" cy="1440000"/>
          </a:xfrm>
        </p:grpSpPr>
        <p:sp>
          <p:nvSpPr>
            <p:cNvPr id="9" name="Téglalap: lekerekített 8">
              <a:extLst>
                <a:ext uri="{FF2B5EF4-FFF2-40B4-BE49-F238E27FC236}">
                  <a16:creationId xmlns:a16="http://schemas.microsoft.com/office/drawing/2014/main" id="{D1282443-ECD2-DDFB-F7C6-836B90A9A80F}"/>
                </a:ext>
              </a:extLst>
            </p:cNvPr>
            <p:cNvSpPr/>
            <p:nvPr/>
          </p:nvSpPr>
          <p:spPr>
            <a:xfrm>
              <a:off x="-1361322" y="5425520"/>
              <a:ext cx="9582623" cy="1440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0" name="Ellipszis 9">
              <a:extLst>
                <a:ext uri="{FF2B5EF4-FFF2-40B4-BE49-F238E27FC236}">
                  <a16:creationId xmlns:a16="http://schemas.microsoft.com/office/drawing/2014/main" id="{81C1B7AF-0AA6-8FCF-B9CC-CA4E6F2F318D}"/>
                </a:ext>
              </a:extLst>
            </p:cNvPr>
            <p:cNvSpPr/>
            <p:nvPr/>
          </p:nvSpPr>
          <p:spPr>
            <a:xfrm>
              <a:off x="6917969" y="5584056"/>
              <a:ext cx="1116000" cy="111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5400" dirty="0">
                  <a:solidFill>
                    <a:schemeClr val="tx2">
                      <a:lumMod val="90000"/>
                      <a:lumOff val="1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</a:p>
          </p:txBody>
        </p:sp>
        <p:pic>
          <p:nvPicPr>
            <p:cNvPr id="36" name="Kép 35">
              <a:extLst>
                <a:ext uri="{FF2B5EF4-FFF2-40B4-BE49-F238E27FC236}">
                  <a16:creationId xmlns:a16="http://schemas.microsoft.com/office/drawing/2014/main" id="{92E47829-5A21-BD1C-396F-8CF1BD8DE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016" y="5750360"/>
              <a:ext cx="857143" cy="800000"/>
            </a:xfrm>
            <a:prstGeom prst="rect">
              <a:avLst/>
            </a:prstGeom>
          </p:spPr>
        </p:pic>
        <p:cxnSp>
          <p:nvCxnSpPr>
            <p:cNvPr id="40" name="Egyenes összekötő 39">
              <a:extLst>
                <a:ext uri="{FF2B5EF4-FFF2-40B4-BE49-F238E27FC236}">
                  <a16:creationId xmlns:a16="http://schemas.microsoft.com/office/drawing/2014/main" id="{58AD6A9E-76D4-0F04-EC5C-584D580C3527}"/>
                </a:ext>
              </a:extLst>
            </p:cNvPr>
            <p:cNvCxnSpPr>
              <a:cxnSpLocks/>
            </p:cNvCxnSpPr>
            <p:nvPr/>
          </p:nvCxnSpPr>
          <p:spPr>
            <a:xfrm>
              <a:off x="1152939" y="5633655"/>
              <a:ext cx="0" cy="1023731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05EB8755-86E6-7F90-1DDC-F2CDFDE6D1CF}"/>
                </a:ext>
              </a:extLst>
            </p:cNvPr>
            <p:cNvSpPr txBox="1"/>
            <p:nvPr/>
          </p:nvSpPr>
          <p:spPr>
            <a:xfrm>
              <a:off x="1553235" y="5545356"/>
              <a:ext cx="3344826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3200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Védd</a:t>
              </a:r>
            </a:p>
            <a:p>
              <a:r>
                <a:rPr lang="hu-HU" sz="2000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a gyermekeket a közvetlen</a:t>
              </a:r>
            </a:p>
            <a:p>
              <a:r>
                <a:rPr lang="hu-HU" sz="2000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napsugárzás ellen!</a:t>
              </a:r>
            </a:p>
          </p:txBody>
        </p:sp>
      </p:grpSp>
      <p:grpSp>
        <p:nvGrpSpPr>
          <p:cNvPr id="50" name="Csoportba foglalás 49">
            <a:extLst>
              <a:ext uri="{FF2B5EF4-FFF2-40B4-BE49-F238E27FC236}">
                <a16:creationId xmlns:a16="http://schemas.microsoft.com/office/drawing/2014/main" id="{28A3C327-80AA-2068-C653-351A2A83AAFE}"/>
              </a:ext>
            </a:extLst>
          </p:cNvPr>
          <p:cNvGrpSpPr/>
          <p:nvPr/>
        </p:nvGrpSpPr>
        <p:grpSpPr>
          <a:xfrm>
            <a:off x="-1680540" y="2585295"/>
            <a:ext cx="7412476" cy="1440000"/>
            <a:chOff x="-1932855" y="2584988"/>
            <a:chExt cx="7412476" cy="1440000"/>
          </a:xfrm>
        </p:grpSpPr>
        <p:grpSp>
          <p:nvGrpSpPr>
            <p:cNvPr id="46" name="Csoportba foglalás 45">
              <a:extLst>
                <a:ext uri="{FF2B5EF4-FFF2-40B4-BE49-F238E27FC236}">
                  <a16:creationId xmlns:a16="http://schemas.microsoft.com/office/drawing/2014/main" id="{F04F33B9-90ED-2E50-104F-482C4FB8ADC6}"/>
                </a:ext>
              </a:extLst>
            </p:cNvPr>
            <p:cNvGrpSpPr/>
            <p:nvPr/>
          </p:nvGrpSpPr>
          <p:grpSpPr>
            <a:xfrm>
              <a:off x="-1932855" y="2584988"/>
              <a:ext cx="7412476" cy="1440000"/>
              <a:chOff x="-1932855" y="2565110"/>
              <a:chExt cx="7412476" cy="1440000"/>
            </a:xfrm>
          </p:grpSpPr>
          <p:sp>
            <p:nvSpPr>
              <p:cNvPr id="12" name="Téglalap: lekerekített 11">
                <a:extLst>
                  <a:ext uri="{FF2B5EF4-FFF2-40B4-BE49-F238E27FC236}">
                    <a16:creationId xmlns:a16="http://schemas.microsoft.com/office/drawing/2014/main" id="{14ABF9C9-05BF-79BD-FE44-C6BDFDEEEA4E}"/>
                  </a:ext>
                </a:extLst>
              </p:cNvPr>
              <p:cNvSpPr/>
              <p:nvPr/>
            </p:nvSpPr>
            <p:spPr>
              <a:xfrm>
                <a:off x="-1932855" y="2565110"/>
                <a:ext cx="7412476" cy="1440000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pic>
            <p:nvPicPr>
              <p:cNvPr id="34" name="Kép 33">
                <a:extLst>
                  <a:ext uri="{FF2B5EF4-FFF2-40B4-BE49-F238E27FC236}">
                    <a16:creationId xmlns:a16="http://schemas.microsoft.com/office/drawing/2014/main" id="{26953387-DD2F-F19F-76CA-F58F15CF7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8017" y="2867916"/>
                <a:ext cx="857143" cy="800000"/>
              </a:xfrm>
              <a:prstGeom prst="rect">
                <a:avLst/>
              </a:prstGeom>
            </p:spPr>
          </p:pic>
          <p:cxnSp>
            <p:nvCxnSpPr>
              <p:cNvPr id="38" name="Egyenes összekötő 37">
                <a:extLst>
                  <a:ext uri="{FF2B5EF4-FFF2-40B4-BE49-F238E27FC236}">
                    <a16:creationId xmlns:a16="http://schemas.microsoft.com/office/drawing/2014/main" id="{23B330CE-7167-9509-234A-D02D9ADDEC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71286" y="2773245"/>
                <a:ext cx="0" cy="1023731"/>
              </a:xfrm>
              <a:prstGeom prst="line">
                <a:avLst/>
              </a:prstGeom>
              <a:ln w="381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Szövegdoboz 42">
                <a:extLst>
                  <a:ext uri="{FF2B5EF4-FFF2-40B4-BE49-F238E27FC236}">
                    <a16:creationId xmlns:a16="http://schemas.microsoft.com/office/drawing/2014/main" id="{EE676EC8-7A0F-92C2-6977-432476C56AB2}"/>
                  </a:ext>
                </a:extLst>
              </p:cNvPr>
              <p:cNvSpPr txBox="1"/>
              <p:nvPr/>
            </p:nvSpPr>
            <p:spPr>
              <a:xfrm>
                <a:off x="1323622" y="2700335"/>
                <a:ext cx="1569660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u-HU" sz="3200" dirty="0">
                    <a:solidFill>
                      <a:schemeClr val="bg1"/>
                    </a:solidFill>
                    <a:latin typeface="Open Sans" panose="020F0502020204030204" pitchFamily="34" charset="0"/>
                    <a:ea typeface="Open Sans" panose="020F0502020204030204" pitchFamily="34" charset="0"/>
                    <a:cs typeface="Open Sans" panose="020F0502020204030204" pitchFamily="34" charset="0"/>
                  </a:rPr>
                  <a:t>Fedd</a:t>
                </a:r>
              </a:p>
              <a:p>
                <a:r>
                  <a:rPr lang="hu-HU" dirty="0">
                    <a:latin typeface="Open Sans" panose="020F0502020204030204" pitchFamily="34" charset="0"/>
                    <a:ea typeface="Open Sans" panose="020F0502020204030204" pitchFamily="34" charset="0"/>
                    <a:cs typeface="Open Sans" panose="020F0502020204030204" pitchFamily="34" charset="0"/>
                  </a:rPr>
                  <a:t> </a:t>
                </a:r>
                <a:r>
                  <a:rPr lang="hu-HU" sz="2000" dirty="0">
                    <a:solidFill>
                      <a:schemeClr val="bg1"/>
                    </a:solidFill>
                    <a:latin typeface="Open Sans" panose="020F0502020204030204" pitchFamily="34" charset="0"/>
                    <a:ea typeface="Open Sans" panose="020F0502020204030204" pitchFamily="34" charset="0"/>
                    <a:cs typeface="Open Sans" panose="020F0502020204030204" pitchFamily="34" charset="0"/>
                  </a:rPr>
                  <a:t>el testedet!</a:t>
                </a:r>
              </a:p>
              <a:p>
                <a:endParaRPr lang="hu-HU" dirty="0"/>
              </a:p>
            </p:txBody>
          </p:sp>
        </p:grpSp>
        <p:sp>
          <p:nvSpPr>
            <p:cNvPr id="48" name="Ellipszis 47">
              <a:extLst>
                <a:ext uri="{FF2B5EF4-FFF2-40B4-BE49-F238E27FC236}">
                  <a16:creationId xmlns:a16="http://schemas.microsoft.com/office/drawing/2014/main" id="{F6150C15-30DA-FB76-F792-C9A0FC57BEB7}"/>
                </a:ext>
              </a:extLst>
            </p:cNvPr>
            <p:cNvSpPr/>
            <p:nvPr/>
          </p:nvSpPr>
          <p:spPr>
            <a:xfrm>
              <a:off x="4168813" y="2699767"/>
              <a:ext cx="1116000" cy="120648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5400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178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33</Words>
  <Application>Microsoft Office PowerPoint</Application>
  <PresentationFormat>Szélesvásznú</PresentationFormat>
  <Paragraphs>14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Office-téma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Hunor Roboz</dc:creator>
  <cp:lastModifiedBy>Hunor Roboz</cp:lastModifiedBy>
  <cp:revision>2</cp:revision>
  <dcterms:created xsi:type="dcterms:W3CDTF">2026-09-14T16:06:21Z</dcterms:created>
  <dcterms:modified xsi:type="dcterms:W3CDTF">2026-09-14T16:40:43Z</dcterms:modified>
</cp:coreProperties>
</file>