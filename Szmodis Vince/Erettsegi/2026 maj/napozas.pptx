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  <a:srgbClr val="2F5597"/>
    <a:srgbClr val="8FAA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196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4268-23BE-4329-A1B1-F5661D8FFFBF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2DA802-F7E4-4ABA-8A6F-FDC5FE25F0E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293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2DA802-F7E4-4ABA-8A6F-FDC5FE25F0E9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1347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A14C1B-06A5-413A-97E9-2C0729FD9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1E3D00C-2364-46C4-87C6-EF268DAB6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3DDC14-E018-4CAE-9712-300C8F2AB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3359E21-6872-427F-B6F9-BFE35159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D0875E5-66BE-4EDD-8FE6-DE944AAC2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8880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FB9022-12BB-409D-ACE8-8CAAA57A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E810D99-9CB6-4F6A-97F3-F2DB778E6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A82C3EF-BFBB-49A8-BDAD-FD7915AE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8A1039B-9F0D-4980-80F3-A3FA7E5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34CC48C-7762-44A6-879A-7F4F3CAE2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1603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21D574-9D57-4A39-B14C-F02F825DA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B63FB9F-B6FA-4F0A-9C73-3EF85FB5A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EFA60FA-5830-4DAE-9888-B32ADDD4D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75E6F8B-BF8E-4D03-AF5D-8386C1E8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4705359-BDD3-4B4E-BF72-352FE238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204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57A5B7F-D800-42CD-A592-A7B84C98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54C36E4-8AF3-4F33-9EA6-4A9BAB6B14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ECBCCCF-4954-4283-B1C0-4357F14BF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C332D43-383D-43B5-B7E4-7D912EA8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2F05558-1C99-4306-8A5D-5CDCA0C9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D51545B-2775-4C78-BEDD-BAE3BF3B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72320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338F4D-E6E9-4514-A2BB-B76186F4B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F112197-30C0-48B5-8B64-3A526E81F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1BC7192-D777-4CD9-BE25-7745D59C8B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F203AF5-0D6F-4CA6-80B2-140ACC1B7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6B430A7-C954-4543-8EC7-69FB8C5989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7F81442E-CFE7-45D4-B3C1-38D48AC4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1703F26-3D78-4FDE-A4E5-29C68896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692CA1B-01B2-41DD-A4D0-05807957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240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69EE2D-BE91-484C-B0AF-70511E5C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AC1C2A61-B173-478D-B1DF-C45E6EB1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28161BE-4F8B-4BB6-A69D-86E7B1E4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B4EE3EC-7C8D-4352-9EC2-563F3D6F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944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9E0D4ADE-14B2-459F-89C1-47AF563F0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C3B7580-E512-454C-9B0E-590C648A4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D794FB62-A9E2-4979-87EE-3DB96B2A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1920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B59DC1-1A44-4243-B8B9-3625589E9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08A1134-07EA-4DFB-B8DC-F5EC84E04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68DF6BA-0373-4B8F-819B-F78DE11D8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3309DA6-18CE-43CA-A522-F4F065BE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C71AD2F-AF7C-451A-9ABA-0A2EFEF1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B439778-CC23-4FB3-874C-812D66E3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98642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74215A-8153-4F8B-9457-86B486ABA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AD237488-3802-41C9-8CE3-DDF5C4489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C11138D-7CD2-47A8-BBAD-780F96FAB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A304B68-7BFF-478F-A170-DC4ACCAC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A795A8C-ABAC-4247-93A1-238E2A8C3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A76AFE3-F1F0-48DC-8574-3C656942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73470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204736-3DF6-45C1-AE90-9882069D0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A896FC4-7283-4DE3-8C99-47D09971B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FCD1276-0DF7-4AA6-9AFF-52EBAC631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D11AB14-4102-4678-8769-8C3E4F4F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5B6A190-5009-4416-872D-525DDAD2B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73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2B3DD0B-CF3B-43AC-9F1E-73020C3E3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1DBCEC1-9754-4C61-BAED-66A43F09F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8AFB0C3-2410-41F7-8A69-D325022E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B25716-D588-41E9-BCCB-051E1E776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9F82F11-CE4E-49C3-8322-CED4BE1F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165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FDF872F-D587-4EC9-8B6F-208BAB68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05B9860-4512-40B5-82F0-42AFB5E77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E44887B-B154-4B0F-8B5B-3ED4CD37DB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70EDB-1BD4-40D6-98B0-59E52915DC12}" type="datetimeFigureOut">
              <a:rPr lang="hu-HU" smtClean="0"/>
              <a:t>2026. 09. 20.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40450B-84C6-42A6-A791-9A44A4DDD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A8B1184-A31C-4901-A120-8788782A0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5C26A-3E38-4599-B33E-B301312C723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9096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Csoportba foglalás 28">
            <a:extLst>
              <a:ext uri="{FF2B5EF4-FFF2-40B4-BE49-F238E27FC236}">
                <a16:creationId xmlns:a16="http://schemas.microsoft.com/office/drawing/2014/main" id="{75EB01BA-B8CE-492A-9E3D-C3A2A2160429}"/>
              </a:ext>
            </a:extLst>
          </p:cNvPr>
          <p:cNvGrpSpPr/>
          <p:nvPr/>
        </p:nvGrpSpPr>
        <p:grpSpPr>
          <a:xfrm>
            <a:off x="-2522421" y="241433"/>
            <a:ext cx="8065971" cy="1332000"/>
            <a:chOff x="-2522421" y="241433"/>
            <a:chExt cx="8065971" cy="1332000"/>
          </a:xfrm>
        </p:grpSpPr>
        <p:sp>
          <p:nvSpPr>
            <p:cNvPr id="4" name="Téglalap: lekerekített 3">
              <a:extLst>
                <a:ext uri="{FF2B5EF4-FFF2-40B4-BE49-F238E27FC236}">
                  <a16:creationId xmlns:a16="http://schemas.microsoft.com/office/drawing/2014/main" id="{30637663-A3F5-4FCE-85B1-409AF9390FFE}"/>
                </a:ext>
              </a:extLst>
            </p:cNvPr>
            <p:cNvSpPr/>
            <p:nvPr/>
          </p:nvSpPr>
          <p:spPr>
            <a:xfrm>
              <a:off x="-2522421" y="241433"/>
              <a:ext cx="8065971" cy="1332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63500" dist="635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5" name="Ellipszis 4">
              <a:extLst>
                <a:ext uri="{FF2B5EF4-FFF2-40B4-BE49-F238E27FC236}">
                  <a16:creationId xmlns:a16="http://schemas.microsoft.com/office/drawing/2014/main" id="{5C2F67AE-C096-4C8D-9851-BF3C6D11203E}"/>
                </a:ext>
              </a:extLst>
            </p:cNvPr>
            <p:cNvSpPr/>
            <p:nvPr/>
          </p:nvSpPr>
          <p:spPr>
            <a:xfrm>
              <a:off x="4260182" y="325104"/>
              <a:ext cx="1164657" cy="1164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63500" dir="54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6000" dirty="0">
                  <a:solidFill>
                    <a:srgbClr val="DAE3F3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1</a:t>
              </a:r>
            </a:p>
          </p:txBody>
        </p:sp>
        <p:pic>
          <p:nvPicPr>
            <p:cNvPr id="13" name="Kép 12">
              <a:extLst>
                <a:ext uri="{FF2B5EF4-FFF2-40B4-BE49-F238E27FC236}">
                  <a16:creationId xmlns:a16="http://schemas.microsoft.com/office/drawing/2014/main" id="{F7A11030-6D49-4552-A1D1-9BACC3D1C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314" y="411178"/>
              <a:ext cx="1052496" cy="982329"/>
            </a:xfrm>
            <a:prstGeom prst="rect">
              <a:avLst/>
            </a:prstGeom>
          </p:spPr>
        </p:pic>
        <p:cxnSp>
          <p:nvCxnSpPr>
            <p:cNvPr id="17" name="Egyenes összekötő 16">
              <a:extLst>
                <a:ext uri="{FF2B5EF4-FFF2-40B4-BE49-F238E27FC236}">
                  <a16:creationId xmlns:a16="http://schemas.microsoft.com/office/drawing/2014/main" id="{0FB7E682-A9BB-4B97-96FE-DC733CB890C3}"/>
                </a:ext>
              </a:extLst>
            </p:cNvPr>
            <p:cNvCxnSpPr/>
            <p:nvPr/>
          </p:nvCxnSpPr>
          <p:spPr>
            <a:xfrm>
              <a:off x="1206631" y="411178"/>
              <a:ext cx="0" cy="982329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églalap 23">
              <a:extLst>
                <a:ext uri="{FF2B5EF4-FFF2-40B4-BE49-F238E27FC236}">
                  <a16:creationId xmlns:a16="http://schemas.microsoft.com/office/drawing/2014/main" id="{5262B776-D18D-4669-83A8-8FBDBA92092F}"/>
                </a:ext>
              </a:extLst>
            </p:cNvPr>
            <p:cNvSpPr/>
            <p:nvPr/>
          </p:nvSpPr>
          <p:spPr>
            <a:xfrm>
              <a:off x="1431803" y="517624"/>
              <a:ext cx="1779398" cy="7848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hu-HU" sz="3000" dirty="0">
                  <a:solidFill>
                    <a:schemeClr val="bg1"/>
                  </a:solidFill>
                </a:rPr>
                <a:t>Kerüld</a:t>
              </a:r>
              <a:r>
                <a:rPr lang="hu-HU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hu-HU" sz="1500" dirty="0">
                  <a:solidFill>
                    <a:schemeClr val="bg1"/>
                  </a:solidFill>
                </a:rPr>
                <a:t>a túl erős napsütést!</a:t>
              </a:r>
            </a:p>
          </p:txBody>
        </p:sp>
      </p:grpSp>
      <p:grpSp>
        <p:nvGrpSpPr>
          <p:cNvPr id="30" name="Csoportba foglalás 29">
            <a:extLst>
              <a:ext uri="{FF2B5EF4-FFF2-40B4-BE49-F238E27FC236}">
                <a16:creationId xmlns:a16="http://schemas.microsoft.com/office/drawing/2014/main" id="{95ED007D-ACAB-493C-B5D0-C6970731D53D}"/>
              </a:ext>
            </a:extLst>
          </p:cNvPr>
          <p:cNvGrpSpPr/>
          <p:nvPr/>
        </p:nvGrpSpPr>
        <p:grpSpPr>
          <a:xfrm>
            <a:off x="-3361423" y="1573432"/>
            <a:ext cx="8065971" cy="1332000"/>
            <a:chOff x="-3361423" y="1573432"/>
            <a:chExt cx="8065971" cy="1332000"/>
          </a:xfrm>
        </p:grpSpPr>
        <p:sp>
          <p:nvSpPr>
            <p:cNvPr id="6" name="Téglalap: lekerekített 5">
              <a:extLst>
                <a:ext uri="{FF2B5EF4-FFF2-40B4-BE49-F238E27FC236}">
                  <a16:creationId xmlns:a16="http://schemas.microsoft.com/office/drawing/2014/main" id="{D8E93F45-A06C-4392-A921-77B0BFF0AF8B}"/>
                </a:ext>
              </a:extLst>
            </p:cNvPr>
            <p:cNvSpPr/>
            <p:nvPr/>
          </p:nvSpPr>
          <p:spPr>
            <a:xfrm>
              <a:off x="-3361423" y="1573432"/>
              <a:ext cx="8065971" cy="1332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>
              <a:outerShdw blurRad="63500" dist="635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7" name="Ellipszis 6">
              <a:extLst>
                <a:ext uri="{FF2B5EF4-FFF2-40B4-BE49-F238E27FC236}">
                  <a16:creationId xmlns:a16="http://schemas.microsoft.com/office/drawing/2014/main" id="{EEF3144F-3879-464C-9A5F-AEBAF690D5B0}"/>
                </a:ext>
              </a:extLst>
            </p:cNvPr>
            <p:cNvSpPr/>
            <p:nvPr/>
          </p:nvSpPr>
          <p:spPr>
            <a:xfrm>
              <a:off x="3421180" y="1657103"/>
              <a:ext cx="1164657" cy="1164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63500" dir="54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6000" dirty="0">
                  <a:solidFill>
                    <a:srgbClr val="8FAADC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2</a:t>
              </a:r>
            </a:p>
          </p:txBody>
        </p:sp>
        <p:pic>
          <p:nvPicPr>
            <p:cNvPr id="18" name="Kép 17">
              <a:extLst>
                <a:ext uri="{FF2B5EF4-FFF2-40B4-BE49-F238E27FC236}">
                  <a16:creationId xmlns:a16="http://schemas.microsoft.com/office/drawing/2014/main" id="{3F814D0D-1FAF-4975-A36D-520932B4D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135" y="1743178"/>
              <a:ext cx="1052496" cy="982329"/>
            </a:xfrm>
            <a:prstGeom prst="rect">
              <a:avLst/>
            </a:prstGeom>
          </p:spPr>
        </p:pic>
        <p:cxnSp>
          <p:nvCxnSpPr>
            <p:cNvPr id="19" name="Egyenes összekötő 18">
              <a:extLst>
                <a:ext uri="{FF2B5EF4-FFF2-40B4-BE49-F238E27FC236}">
                  <a16:creationId xmlns:a16="http://schemas.microsoft.com/office/drawing/2014/main" id="{E2D00216-E6CA-417F-92FD-E8DF2E0FEB70}"/>
                </a:ext>
              </a:extLst>
            </p:cNvPr>
            <p:cNvCxnSpPr/>
            <p:nvPr/>
          </p:nvCxnSpPr>
          <p:spPr>
            <a:xfrm>
              <a:off x="1215452" y="1743178"/>
              <a:ext cx="0" cy="982329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églalap 24">
              <a:extLst>
                <a:ext uri="{FF2B5EF4-FFF2-40B4-BE49-F238E27FC236}">
                  <a16:creationId xmlns:a16="http://schemas.microsoft.com/office/drawing/2014/main" id="{4405EDE2-A678-4F0D-ADBA-88875032FB97}"/>
                </a:ext>
              </a:extLst>
            </p:cNvPr>
            <p:cNvSpPr/>
            <p:nvPr/>
          </p:nvSpPr>
          <p:spPr>
            <a:xfrm>
              <a:off x="1431803" y="1847016"/>
              <a:ext cx="1081450" cy="7848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hu-HU" sz="3000" dirty="0">
                  <a:solidFill>
                    <a:schemeClr val="bg1"/>
                  </a:solidFill>
                </a:rPr>
                <a:t>Fedd</a:t>
              </a:r>
              <a:r>
                <a:rPr lang="hu-HU" dirty="0">
                  <a:solidFill>
                    <a:schemeClr val="bg1"/>
                  </a:solidFill>
                </a:rPr>
                <a:t> </a:t>
              </a:r>
            </a:p>
            <a:p>
              <a:r>
                <a:rPr lang="hu-HU" sz="1500" dirty="0">
                  <a:solidFill>
                    <a:schemeClr val="bg1"/>
                  </a:solidFill>
                </a:rPr>
                <a:t>el testedet!</a:t>
              </a:r>
            </a:p>
          </p:txBody>
        </p:sp>
      </p:grpSp>
      <p:grpSp>
        <p:nvGrpSpPr>
          <p:cNvPr id="31" name="Csoportba foglalás 30">
            <a:extLst>
              <a:ext uri="{FF2B5EF4-FFF2-40B4-BE49-F238E27FC236}">
                <a16:creationId xmlns:a16="http://schemas.microsoft.com/office/drawing/2014/main" id="{BB7D2776-E82C-439A-9962-D900B3BAFD41}"/>
              </a:ext>
            </a:extLst>
          </p:cNvPr>
          <p:cNvGrpSpPr/>
          <p:nvPr/>
        </p:nvGrpSpPr>
        <p:grpSpPr>
          <a:xfrm>
            <a:off x="-1426746" y="2905430"/>
            <a:ext cx="8065971" cy="1332000"/>
            <a:chOff x="-1426746" y="2905430"/>
            <a:chExt cx="8065971" cy="1332000"/>
          </a:xfrm>
        </p:grpSpPr>
        <p:sp>
          <p:nvSpPr>
            <p:cNvPr id="8" name="Téglalap: lekerekített 7">
              <a:extLst>
                <a:ext uri="{FF2B5EF4-FFF2-40B4-BE49-F238E27FC236}">
                  <a16:creationId xmlns:a16="http://schemas.microsoft.com/office/drawing/2014/main" id="{8F1F0E94-740F-446B-875E-B3DA4B8CAAF6}"/>
                </a:ext>
              </a:extLst>
            </p:cNvPr>
            <p:cNvSpPr/>
            <p:nvPr/>
          </p:nvSpPr>
          <p:spPr>
            <a:xfrm>
              <a:off x="-1426746" y="2905430"/>
              <a:ext cx="8065971" cy="1332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63500" dist="635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9" name="Ellipszis 8">
              <a:extLst>
                <a:ext uri="{FF2B5EF4-FFF2-40B4-BE49-F238E27FC236}">
                  <a16:creationId xmlns:a16="http://schemas.microsoft.com/office/drawing/2014/main" id="{A9903C05-74E2-436E-AF45-4C93F6646E98}"/>
                </a:ext>
              </a:extLst>
            </p:cNvPr>
            <p:cNvSpPr/>
            <p:nvPr/>
          </p:nvSpPr>
          <p:spPr>
            <a:xfrm>
              <a:off x="5355857" y="2989101"/>
              <a:ext cx="1164657" cy="1164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63500" dir="54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6000" dirty="0">
                  <a:solidFill>
                    <a:srgbClr val="2F5597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3</a:t>
              </a:r>
            </a:p>
          </p:txBody>
        </p:sp>
        <p:pic>
          <p:nvPicPr>
            <p:cNvPr id="20" name="Kép 19">
              <a:extLst>
                <a:ext uri="{FF2B5EF4-FFF2-40B4-BE49-F238E27FC236}">
                  <a16:creationId xmlns:a16="http://schemas.microsoft.com/office/drawing/2014/main" id="{E7CA2804-EE43-420C-A005-5C4523518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956" y="3085355"/>
              <a:ext cx="1052496" cy="982329"/>
            </a:xfrm>
            <a:prstGeom prst="rect">
              <a:avLst/>
            </a:prstGeom>
          </p:spPr>
        </p:pic>
        <p:cxnSp>
          <p:nvCxnSpPr>
            <p:cNvPr id="21" name="Egyenes összekötő 20">
              <a:extLst>
                <a:ext uri="{FF2B5EF4-FFF2-40B4-BE49-F238E27FC236}">
                  <a16:creationId xmlns:a16="http://schemas.microsoft.com/office/drawing/2014/main" id="{6754D67E-ACA4-4FD7-B276-6FB92D3DEC4F}"/>
                </a:ext>
              </a:extLst>
            </p:cNvPr>
            <p:cNvCxnSpPr/>
            <p:nvPr/>
          </p:nvCxnSpPr>
          <p:spPr>
            <a:xfrm>
              <a:off x="1224273" y="3085355"/>
              <a:ext cx="0" cy="982329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églalap 25">
              <a:extLst>
                <a:ext uri="{FF2B5EF4-FFF2-40B4-BE49-F238E27FC236}">
                  <a16:creationId xmlns:a16="http://schemas.microsoft.com/office/drawing/2014/main" id="{9E7A1B3F-D2F8-4EED-8FE8-849229D7EFC5}"/>
                </a:ext>
              </a:extLst>
            </p:cNvPr>
            <p:cNvSpPr/>
            <p:nvPr/>
          </p:nvSpPr>
          <p:spPr>
            <a:xfrm>
              <a:off x="1431803" y="3161592"/>
              <a:ext cx="1734321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hu-HU" sz="3000" dirty="0">
                  <a:solidFill>
                    <a:schemeClr val="bg1"/>
                  </a:solidFill>
                </a:rPr>
                <a:t>Ismerd</a:t>
              </a:r>
            </a:p>
            <a:p>
              <a:r>
                <a:rPr lang="hu-HU" dirty="0">
                  <a:solidFill>
                    <a:schemeClr val="bg1"/>
                  </a:solidFill>
                </a:rPr>
                <a:t> </a:t>
              </a:r>
              <a:r>
                <a:rPr lang="hu-HU" sz="1500" dirty="0">
                  <a:solidFill>
                    <a:schemeClr val="bg1"/>
                  </a:solidFill>
                </a:rPr>
                <a:t>meg a napvédőket!</a:t>
              </a:r>
            </a:p>
          </p:txBody>
        </p:sp>
      </p:grpSp>
      <p:grpSp>
        <p:nvGrpSpPr>
          <p:cNvPr id="32" name="Csoportba foglalás 31">
            <a:extLst>
              <a:ext uri="{FF2B5EF4-FFF2-40B4-BE49-F238E27FC236}">
                <a16:creationId xmlns:a16="http://schemas.microsoft.com/office/drawing/2014/main" id="{83C871D9-B5CC-464A-BC3A-6D66352DD7F1}"/>
              </a:ext>
            </a:extLst>
          </p:cNvPr>
          <p:cNvGrpSpPr/>
          <p:nvPr/>
        </p:nvGrpSpPr>
        <p:grpSpPr>
          <a:xfrm>
            <a:off x="-714476" y="4237429"/>
            <a:ext cx="8065971" cy="1332000"/>
            <a:chOff x="-714476" y="4237429"/>
            <a:chExt cx="8065971" cy="1332000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9A30852C-BFE4-4E2B-807A-4DAE33608684}"/>
                </a:ext>
              </a:extLst>
            </p:cNvPr>
            <p:cNvSpPr/>
            <p:nvPr/>
          </p:nvSpPr>
          <p:spPr>
            <a:xfrm>
              <a:off x="-714476" y="4237429"/>
              <a:ext cx="8065971" cy="1332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63500" dist="635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1" name="Ellipszis 10">
              <a:extLst>
                <a:ext uri="{FF2B5EF4-FFF2-40B4-BE49-F238E27FC236}">
                  <a16:creationId xmlns:a16="http://schemas.microsoft.com/office/drawing/2014/main" id="{7E49C8BE-5BA8-4DAF-9D1B-EC749D85E48E}"/>
                </a:ext>
              </a:extLst>
            </p:cNvPr>
            <p:cNvSpPr/>
            <p:nvPr/>
          </p:nvSpPr>
          <p:spPr>
            <a:xfrm>
              <a:off x="6068127" y="4321100"/>
              <a:ext cx="1164657" cy="116465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dist="63500" dir="5400000" algn="ctr" rotWithShape="0">
                <a:srgbClr val="000000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6000" dirty="0">
                  <a:solidFill>
                    <a:srgbClr val="203864"/>
                  </a:solidFill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4</a:t>
              </a:r>
            </a:p>
          </p:txBody>
        </p:sp>
        <p:pic>
          <p:nvPicPr>
            <p:cNvPr id="22" name="Kép 21">
              <a:extLst>
                <a:ext uri="{FF2B5EF4-FFF2-40B4-BE49-F238E27FC236}">
                  <a16:creationId xmlns:a16="http://schemas.microsoft.com/office/drawing/2014/main" id="{82A3B1CE-D257-44F1-86A2-30AF769E5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777" y="4412265"/>
              <a:ext cx="1052496" cy="982329"/>
            </a:xfrm>
            <a:prstGeom prst="rect">
              <a:avLst/>
            </a:prstGeom>
          </p:spPr>
        </p:pic>
        <p:cxnSp>
          <p:nvCxnSpPr>
            <p:cNvPr id="23" name="Egyenes összekötő 22">
              <a:extLst>
                <a:ext uri="{FF2B5EF4-FFF2-40B4-BE49-F238E27FC236}">
                  <a16:creationId xmlns:a16="http://schemas.microsoft.com/office/drawing/2014/main" id="{DEA2B25D-B4FB-4DF6-A5A7-8720D3851BEF}"/>
                </a:ext>
              </a:extLst>
            </p:cNvPr>
            <p:cNvCxnSpPr/>
            <p:nvPr/>
          </p:nvCxnSpPr>
          <p:spPr>
            <a:xfrm>
              <a:off x="1233094" y="4412265"/>
              <a:ext cx="0" cy="982329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églalap 26">
              <a:extLst>
                <a:ext uri="{FF2B5EF4-FFF2-40B4-BE49-F238E27FC236}">
                  <a16:creationId xmlns:a16="http://schemas.microsoft.com/office/drawing/2014/main" id="{DD2C5E12-7E4D-49E8-9761-BE8A39E8E097}"/>
                </a:ext>
              </a:extLst>
            </p:cNvPr>
            <p:cNvSpPr/>
            <p:nvPr/>
          </p:nvSpPr>
          <p:spPr>
            <a:xfrm>
              <a:off x="1431803" y="4499738"/>
              <a:ext cx="3771866" cy="7848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hu-HU" sz="3000" dirty="0">
                  <a:solidFill>
                    <a:schemeClr val="bg1"/>
                  </a:solidFill>
                </a:rPr>
                <a:t>Védd</a:t>
              </a:r>
            </a:p>
            <a:p>
              <a:r>
                <a:rPr lang="hu-HU" sz="1500" dirty="0">
                  <a:solidFill>
                    <a:schemeClr val="bg1"/>
                  </a:solidFill>
                </a:rPr>
                <a:t> a gyermekeket a közvetlen napsugárzás ellen!</a:t>
              </a:r>
            </a:p>
          </p:txBody>
        </p:sp>
      </p:grpSp>
      <p:sp>
        <p:nvSpPr>
          <p:cNvPr id="28" name="Téglalap 27">
            <a:extLst>
              <a:ext uri="{FF2B5EF4-FFF2-40B4-BE49-F238E27FC236}">
                <a16:creationId xmlns:a16="http://schemas.microsoft.com/office/drawing/2014/main" id="{3E6711B6-69E8-44DA-906B-9D633B949EB5}"/>
              </a:ext>
            </a:extLst>
          </p:cNvPr>
          <p:cNvSpPr/>
          <p:nvPr/>
        </p:nvSpPr>
        <p:spPr>
          <a:xfrm>
            <a:off x="7195218" y="135290"/>
            <a:ext cx="488948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4000" b="1" cap="all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 napozás</a:t>
            </a:r>
          </a:p>
          <a:p>
            <a:r>
              <a:rPr lang="hu-HU" sz="4000" b="1" cap="all" dirty="0">
                <a:solidFill>
                  <a:schemeClr val="bg2">
                    <a:lumMod val="25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aranyszabályai</a:t>
            </a:r>
          </a:p>
        </p:txBody>
      </p:sp>
    </p:spTree>
    <p:extLst>
      <p:ext uri="{BB962C8B-B14F-4D97-AF65-F5344CB8AC3E}">
        <p14:creationId xmlns:p14="http://schemas.microsoft.com/office/powerpoint/2010/main" val="416373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33</Words>
  <Application>Microsoft Office PowerPoint</Application>
  <PresentationFormat>Szélesvásznú</PresentationFormat>
  <Paragraphs>15</Paragraphs>
  <Slides>1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Noto Sans</vt:lpstr>
      <vt:lpstr>Office-téma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Szmodis István </dc:creator>
  <cp:lastModifiedBy>Szmodis István </cp:lastModifiedBy>
  <cp:revision>7</cp:revision>
  <dcterms:created xsi:type="dcterms:W3CDTF">2026-09-20T14:07:38Z</dcterms:created>
  <dcterms:modified xsi:type="dcterms:W3CDTF">2026-09-20T14:53:44Z</dcterms:modified>
</cp:coreProperties>
</file>