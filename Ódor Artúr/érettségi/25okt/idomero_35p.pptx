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c21c437aeb2245f" providerId="LiveId" clId="{91C245AF-0BBA-4852-9506-CD4ECD1F51C6}"/>
    <pc:docChg chg="undo redo custSel modSld modMainMaster">
      <pc:chgData name="" userId="1c21c437aeb2245f" providerId="LiveId" clId="{91C245AF-0BBA-4852-9506-CD4ECD1F51C6}" dt="2026-09-05T09:50:18.666" v="278"/>
      <pc:docMkLst>
        <pc:docMk/>
      </pc:docMkLst>
      <pc:sldChg chg="delSp modSp modTransition setBg">
        <pc:chgData name="" userId="1c21c437aeb2245f" providerId="LiveId" clId="{91C245AF-0BBA-4852-9506-CD4ECD1F51C6}" dt="2026-09-05T09:50:18.666" v="278"/>
        <pc:sldMkLst>
          <pc:docMk/>
          <pc:sldMk cId="2941337691" sldId="257"/>
        </pc:sldMkLst>
        <pc:spChg chg="mod">
          <ac:chgData name="" userId="1c21c437aeb2245f" providerId="LiveId" clId="{91C245AF-0BBA-4852-9506-CD4ECD1F51C6}" dt="2026-09-05T09:28:25.183" v="56" actId="208"/>
          <ac:spMkLst>
            <pc:docMk/>
            <pc:sldMk cId="2941337691" sldId="257"/>
            <ac:spMk id="2" creationId="{6A6206D0-6133-4AC5-8A1D-5134659DCB6D}"/>
          </ac:spMkLst>
        </pc:spChg>
        <pc:spChg chg="del">
          <ac:chgData name="" userId="1c21c437aeb2245f" providerId="LiveId" clId="{91C245AF-0BBA-4852-9506-CD4ECD1F51C6}" dt="2026-09-05T09:24:50.987" v="41" actId="478"/>
          <ac:spMkLst>
            <pc:docMk/>
            <pc:sldMk cId="2941337691" sldId="257"/>
            <ac:spMk id="3" creationId="{BD985699-6065-4497-99E0-27C07A284350}"/>
          </ac:spMkLst>
        </pc:spChg>
      </pc:sldChg>
      <pc:sldChg chg="addSp modSp modTransition">
        <pc:chgData name="" userId="1c21c437aeb2245f" providerId="LiveId" clId="{91C245AF-0BBA-4852-9506-CD4ECD1F51C6}" dt="2026-09-05T09:50:18.666" v="278"/>
        <pc:sldMkLst>
          <pc:docMk/>
          <pc:sldMk cId="1331489420" sldId="258"/>
        </pc:sldMkLst>
        <pc:spChg chg="mod">
          <ac:chgData name="" userId="1c21c437aeb2245f" providerId="LiveId" clId="{91C245AF-0BBA-4852-9506-CD4ECD1F51C6}" dt="2026-09-05T09:22:47.979" v="23" actId="27636"/>
          <ac:spMkLst>
            <pc:docMk/>
            <pc:sldMk cId="1331489420" sldId="258"/>
            <ac:spMk id="2" creationId="{C501AEC2-4263-4AD8-AA3D-823B8D9339EB}"/>
          </ac:spMkLst>
        </pc:spChg>
        <pc:spChg chg="mod">
          <ac:chgData name="" userId="1c21c437aeb2245f" providerId="LiveId" clId="{91C245AF-0BBA-4852-9506-CD4ECD1F51C6}" dt="2026-09-05T09:41:07.455" v="143" actId="14100"/>
          <ac:spMkLst>
            <pc:docMk/>
            <pc:sldMk cId="1331489420" sldId="258"/>
            <ac:spMk id="3" creationId="{EAEEBBCB-9C24-42D5-A074-8A34BBA63D31}"/>
          </ac:spMkLst>
        </pc:spChg>
        <pc:picChg chg="add mod modCrop">
          <ac:chgData name="" userId="1c21c437aeb2245f" providerId="LiveId" clId="{91C245AF-0BBA-4852-9506-CD4ECD1F51C6}" dt="2026-09-05T09:37:18.047" v="126" actId="1076"/>
          <ac:picMkLst>
            <pc:docMk/>
            <pc:sldMk cId="1331489420" sldId="258"/>
            <ac:picMk id="5" creationId="{680B1AA2-7E68-418B-AC57-890E3A78BF1B}"/>
          </ac:picMkLst>
        </pc:picChg>
      </pc:sldChg>
      <pc:sldChg chg="addSp modSp modTransition">
        <pc:chgData name="" userId="1c21c437aeb2245f" providerId="LiveId" clId="{91C245AF-0BBA-4852-9506-CD4ECD1F51C6}" dt="2026-09-05T09:50:18.666" v="278"/>
        <pc:sldMkLst>
          <pc:docMk/>
          <pc:sldMk cId="2538975365" sldId="259"/>
        </pc:sldMkLst>
        <pc:spChg chg="mod">
          <ac:chgData name="" userId="1c21c437aeb2245f" providerId="LiveId" clId="{91C245AF-0BBA-4852-9506-CD4ECD1F51C6}" dt="2026-09-05T09:22:52.960" v="27" actId="27636"/>
          <ac:spMkLst>
            <pc:docMk/>
            <pc:sldMk cId="2538975365" sldId="259"/>
            <ac:spMk id="2" creationId="{5602FC7B-A737-4E20-9BBA-925CAAEE4FC7}"/>
          </ac:spMkLst>
        </pc:spChg>
        <pc:spChg chg="mod">
          <ac:chgData name="" userId="1c21c437aeb2245f" providerId="LiveId" clId="{91C245AF-0BBA-4852-9506-CD4ECD1F51C6}" dt="2026-09-05T09:41:35.751" v="147" actId="27636"/>
          <ac:spMkLst>
            <pc:docMk/>
            <pc:sldMk cId="2538975365" sldId="259"/>
            <ac:spMk id="3" creationId="{997F5A85-E077-4DCD-BE1C-D6A58E40BFE6}"/>
          </ac:spMkLst>
        </pc:spChg>
        <pc:picChg chg="add mod">
          <ac:chgData name="" userId="1c21c437aeb2245f" providerId="LiveId" clId="{91C245AF-0BBA-4852-9506-CD4ECD1F51C6}" dt="2026-09-05T09:38:08.810" v="132" actId="1076"/>
          <ac:picMkLst>
            <pc:docMk/>
            <pc:sldMk cId="2538975365" sldId="259"/>
            <ac:picMk id="5" creationId="{856B7474-F6C2-4286-88CC-9D096427C253}"/>
          </ac:picMkLst>
        </pc:picChg>
      </pc:sldChg>
      <pc:sldChg chg="addSp modSp modTransition">
        <pc:chgData name="" userId="1c21c437aeb2245f" providerId="LiveId" clId="{91C245AF-0BBA-4852-9506-CD4ECD1F51C6}" dt="2026-09-05T09:50:18.666" v="278"/>
        <pc:sldMkLst>
          <pc:docMk/>
          <pc:sldMk cId="523081695" sldId="260"/>
        </pc:sldMkLst>
        <pc:spChg chg="mod">
          <ac:chgData name="" userId="1c21c437aeb2245f" providerId="LiveId" clId="{91C245AF-0BBA-4852-9506-CD4ECD1F51C6}" dt="2026-09-05T09:22:58.356" v="31" actId="27636"/>
          <ac:spMkLst>
            <pc:docMk/>
            <pc:sldMk cId="523081695" sldId="260"/>
            <ac:spMk id="2" creationId="{07A87A6F-971C-4446-8AA3-07E07EF4F0D2}"/>
          </ac:spMkLst>
        </pc:spChg>
        <pc:spChg chg="mod">
          <ac:chgData name="" userId="1c21c437aeb2245f" providerId="LiveId" clId="{91C245AF-0BBA-4852-9506-CD4ECD1F51C6}" dt="2026-09-05T09:40:26.191" v="137" actId="14100"/>
          <ac:spMkLst>
            <pc:docMk/>
            <pc:sldMk cId="523081695" sldId="260"/>
            <ac:spMk id="3" creationId="{79405A83-FC48-406E-9037-236711D01FD5}"/>
          </ac:spMkLst>
        </pc:spChg>
        <pc:picChg chg="add mod">
          <ac:chgData name="" userId="1c21c437aeb2245f" providerId="LiveId" clId="{91C245AF-0BBA-4852-9506-CD4ECD1F51C6}" dt="2026-09-05T09:42:04.207" v="149" actId="1076"/>
          <ac:picMkLst>
            <pc:docMk/>
            <pc:sldMk cId="523081695" sldId="260"/>
            <ac:picMk id="5" creationId="{6EC24EA8-5B8D-4E2C-AA7B-9B3365FB64D0}"/>
          </ac:picMkLst>
        </pc:picChg>
      </pc:sldChg>
      <pc:sldChg chg="addSp delSp modSp modTransition">
        <pc:chgData name="" userId="1c21c437aeb2245f" providerId="LiveId" clId="{91C245AF-0BBA-4852-9506-CD4ECD1F51C6}" dt="2026-09-05T09:50:18.666" v="278"/>
        <pc:sldMkLst>
          <pc:docMk/>
          <pc:sldMk cId="4104966987" sldId="261"/>
        </pc:sldMkLst>
        <pc:spChg chg="mod">
          <ac:chgData name="" userId="1c21c437aeb2245f" providerId="LiveId" clId="{91C245AF-0BBA-4852-9506-CD4ECD1F51C6}" dt="2026-09-05T09:23:03.160" v="35" actId="27636"/>
          <ac:spMkLst>
            <pc:docMk/>
            <pc:sldMk cId="4104966987" sldId="261"/>
            <ac:spMk id="2" creationId="{08A8B88A-6096-4068-9792-2C8B76191934}"/>
          </ac:spMkLst>
        </pc:spChg>
        <pc:spChg chg="mod">
          <ac:chgData name="" userId="1c21c437aeb2245f" providerId="LiveId" clId="{91C245AF-0BBA-4852-9506-CD4ECD1F51C6}" dt="2026-09-05T09:40:19.783" v="136" actId="14100"/>
          <ac:spMkLst>
            <pc:docMk/>
            <pc:sldMk cId="4104966987" sldId="261"/>
            <ac:spMk id="3" creationId="{66253D68-47D1-4BA9-9F14-E7377F33BB74}"/>
          </ac:spMkLst>
        </pc:spChg>
        <pc:spChg chg="add mod">
          <ac:chgData name="" userId="1c21c437aeb2245f" providerId="LiveId" clId="{91C245AF-0BBA-4852-9506-CD4ECD1F51C6}" dt="2026-09-05T09:43:23.008" v="160" actId="1076"/>
          <ac:spMkLst>
            <pc:docMk/>
            <pc:sldMk cId="4104966987" sldId="261"/>
            <ac:spMk id="6" creationId="{C81B407A-8FAB-4F85-B063-858374F0DD0C}"/>
          </ac:spMkLst>
        </pc:spChg>
        <pc:spChg chg="add mod">
          <ac:chgData name="" userId="1c21c437aeb2245f" providerId="LiveId" clId="{91C245AF-0BBA-4852-9506-CD4ECD1F51C6}" dt="2026-09-05T09:49:19.184" v="266" actId="14100"/>
          <ac:spMkLst>
            <pc:docMk/>
            <pc:sldMk cId="4104966987" sldId="261"/>
            <ac:spMk id="36" creationId="{33F32756-344A-4851-8835-9C68A7F8A348}"/>
          </ac:spMkLst>
        </pc:spChg>
        <pc:spChg chg="add mod">
          <ac:chgData name="" userId="1c21c437aeb2245f" providerId="LiveId" clId="{91C245AF-0BBA-4852-9506-CD4ECD1F51C6}" dt="2026-09-05T09:49:21.632" v="267" actId="14100"/>
          <ac:spMkLst>
            <pc:docMk/>
            <pc:sldMk cId="4104966987" sldId="261"/>
            <ac:spMk id="37" creationId="{F83BF423-530D-424D-953F-26A3BC8C924C}"/>
          </ac:spMkLst>
        </pc:spChg>
        <pc:spChg chg="add mod">
          <ac:chgData name="" userId="1c21c437aeb2245f" providerId="LiveId" clId="{91C245AF-0BBA-4852-9506-CD4ECD1F51C6}" dt="2026-09-05T09:49:23.744" v="268" actId="14100"/>
          <ac:spMkLst>
            <pc:docMk/>
            <pc:sldMk cId="4104966987" sldId="261"/>
            <ac:spMk id="38" creationId="{F9B3197B-B95D-4C5D-A4BC-C5E001AF838F}"/>
          </ac:spMkLst>
        </pc:spChg>
        <pc:spChg chg="add mod">
          <ac:chgData name="" userId="1c21c437aeb2245f" providerId="LiveId" clId="{91C245AF-0BBA-4852-9506-CD4ECD1F51C6}" dt="2026-09-05T09:49:25.880" v="269" actId="14100"/>
          <ac:spMkLst>
            <pc:docMk/>
            <pc:sldMk cId="4104966987" sldId="261"/>
            <ac:spMk id="39" creationId="{D9119C13-AE79-4D7A-92DE-1D70268EC9CD}"/>
          </ac:spMkLst>
        </pc:spChg>
        <pc:picChg chg="add mod">
          <ac:chgData name="" userId="1c21c437aeb2245f" providerId="LiveId" clId="{91C245AF-0BBA-4852-9506-CD4ECD1F51C6}" dt="2026-09-05T09:43:53.800" v="161" actId="1076"/>
          <ac:picMkLst>
            <pc:docMk/>
            <pc:sldMk cId="4104966987" sldId="261"/>
            <ac:picMk id="5" creationId="{841382C9-CDDF-494A-AE15-AB3B941595A4}"/>
          </ac:picMkLst>
        </pc:picChg>
        <pc:cxnChg chg="add del mod">
          <ac:chgData name="" userId="1c21c437aeb2245f" providerId="LiveId" clId="{91C245AF-0BBA-4852-9506-CD4ECD1F51C6}" dt="2026-09-05T09:44:01.723" v="163" actId="478"/>
          <ac:cxnSpMkLst>
            <pc:docMk/>
            <pc:sldMk cId="4104966987" sldId="261"/>
            <ac:cxnSpMk id="8" creationId="{21DA520B-99AC-4AD3-9EC3-B41C90EA1BEB}"/>
          </ac:cxnSpMkLst>
        </pc:cxnChg>
        <pc:cxnChg chg="add del mod">
          <ac:chgData name="" userId="1c21c437aeb2245f" providerId="LiveId" clId="{91C245AF-0BBA-4852-9506-CD4ECD1F51C6}" dt="2026-09-05T09:44:20.620" v="170" actId="478"/>
          <ac:cxnSpMkLst>
            <pc:docMk/>
            <pc:sldMk cId="4104966987" sldId="261"/>
            <ac:cxnSpMk id="10" creationId="{7391E9CD-15E5-4680-887C-54227805676E}"/>
          </ac:cxnSpMkLst>
        </pc:cxnChg>
        <pc:cxnChg chg="add mod">
          <ac:chgData name="" userId="1c21c437aeb2245f" providerId="LiveId" clId="{91C245AF-0BBA-4852-9506-CD4ECD1F51C6}" dt="2026-09-05T09:46:56.166" v="203" actId="14100"/>
          <ac:cxnSpMkLst>
            <pc:docMk/>
            <pc:sldMk cId="4104966987" sldId="261"/>
            <ac:cxnSpMk id="12" creationId="{8A01F58C-0821-427B-907E-809251F4B518}"/>
          </ac:cxnSpMkLst>
        </pc:cxnChg>
        <pc:cxnChg chg="add del mod">
          <ac:chgData name="" userId="1c21c437aeb2245f" providerId="LiveId" clId="{91C245AF-0BBA-4852-9506-CD4ECD1F51C6}" dt="2026-09-05T09:45:02.355" v="178" actId="478"/>
          <ac:cxnSpMkLst>
            <pc:docMk/>
            <pc:sldMk cId="4104966987" sldId="261"/>
            <ac:cxnSpMk id="15" creationId="{7E803B70-92C1-4E77-8B60-6FC09A109600}"/>
          </ac:cxnSpMkLst>
        </pc:cxnChg>
        <pc:cxnChg chg="add mod">
          <ac:chgData name="" userId="1c21c437aeb2245f" providerId="LiveId" clId="{91C245AF-0BBA-4852-9506-CD4ECD1F51C6}" dt="2026-09-05T09:46:09.192" v="196" actId="14100"/>
          <ac:cxnSpMkLst>
            <pc:docMk/>
            <pc:sldMk cId="4104966987" sldId="261"/>
            <ac:cxnSpMk id="16" creationId="{02FE0334-37C4-48A6-9579-65891F817F65}"/>
          </ac:cxnSpMkLst>
        </pc:cxnChg>
        <pc:cxnChg chg="add mod">
          <ac:chgData name="" userId="1c21c437aeb2245f" providerId="LiveId" clId="{91C245AF-0BBA-4852-9506-CD4ECD1F51C6}" dt="2026-09-05T09:46:21.024" v="198" actId="14100"/>
          <ac:cxnSpMkLst>
            <pc:docMk/>
            <pc:sldMk cId="4104966987" sldId="261"/>
            <ac:cxnSpMk id="18" creationId="{3A7F789E-836A-42CA-9721-8F9F55E224BF}"/>
          </ac:cxnSpMkLst>
        </pc:cxnChg>
        <pc:cxnChg chg="add mod">
          <ac:chgData name="" userId="1c21c437aeb2245f" providerId="LiveId" clId="{91C245AF-0BBA-4852-9506-CD4ECD1F51C6}" dt="2026-09-05T09:46:45.568" v="202" actId="14100"/>
          <ac:cxnSpMkLst>
            <pc:docMk/>
            <pc:sldMk cId="4104966987" sldId="261"/>
            <ac:cxnSpMk id="20" creationId="{87FD39A4-58E4-46C7-8BA4-A043FEC30A2D}"/>
          </ac:cxnSpMkLst>
        </pc:cxnChg>
      </pc:sldChg>
      <pc:sldMasterChg chg="modSp modTransition setBg modSldLayout">
        <pc:chgData name="" userId="1c21c437aeb2245f" providerId="LiveId" clId="{91C245AF-0BBA-4852-9506-CD4ECD1F51C6}" dt="2026-09-05T09:50:18.666" v="278"/>
        <pc:sldMasterMkLst>
          <pc:docMk/>
          <pc:sldMasterMk cId="2663265058" sldId="2147483660"/>
        </pc:sldMasterMkLst>
        <pc:spChg chg="mod">
          <ac:chgData name="" userId="1c21c437aeb2245f" providerId="LiveId" clId="{91C245AF-0BBA-4852-9506-CD4ECD1F51C6}" dt="2026-09-05T09:21:04.107" v="9" actId="113"/>
          <ac:spMkLst>
            <pc:docMk/>
            <pc:sldMasterMk cId="2663265058" sldId="2147483660"/>
            <ac:spMk id="2" creationId="{00000000-0000-0000-0000-000000000000}"/>
          </ac:spMkLst>
        </pc:spChg>
        <pc:spChg chg="mod">
          <ac:chgData name="" userId="1c21c437aeb2245f" providerId="LiveId" clId="{91C245AF-0BBA-4852-9506-CD4ECD1F51C6}" dt="2026-09-05T09:21:19.444" v="11" actId="255"/>
          <ac:spMkLst>
            <pc:docMk/>
            <pc:sldMasterMk cId="2663265058" sldId="2147483660"/>
            <ac:spMk id="3" creationId="{00000000-0000-0000-0000-000000000000}"/>
          </ac:spMkLst>
        </pc:sp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577903227" sldId="2147483661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343820191" sldId="2147483662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3530265156" sldId="2147483663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223336597" sldId="2147483664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705209335" sldId="2147483665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593305435" sldId="2147483666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726768770" sldId="2147483667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130240952" sldId="2147483668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3651592004" sldId="2147483669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2058898362" sldId="2147483670"/>
          </pc:sldLayoutMkLst>
        </pc:sldLayoutChg>
        <pc:sldLayoutChg chg="modTransition">
          <pc:chgData name="" userId="1c21c437aeb2245f" providerId="LiveId" clId="{91C245AF-0BBA-4852-9506-CD4ECD1F51C6}" dt="2026-09-05T09:50:18.666" v="278"/>
          <pc:sldLayoutMkLst>
            <pc:docMk/>
            <pc:sldMasterMk cId="2663265058" sldId="2147483660"/>
            <pc:sldLayoutMk cId="172111545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34B55-E9BE-4011-8ABB-455DF999B24F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65C56-A71C-41E8-86F2-77F1A45A9D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145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víz a tölcsérbe (1) jut, és átmegy a hengerbe, amelyben az úszó (2) felemelkedik. Ez egy fogasléchez van csatlakoztatva, amely az óramutatót működteti. A víz áramlási sebességét a beosztásos dugó (3) szabályozza.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65C56-A71C-41E8-86F2-77F1A45A9D24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589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7903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3820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0265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3365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209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33054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676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0240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1592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8898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1115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64196"/>
            <a:ext cx="105566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105566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6C1FA-8BB8-4124-BB39-9AA43FB28FD1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ADF39-5988-464A-9296-1C2744073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26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900" b="1" kern="1200">
          <a:solidFill>
            <a:schemeClr val="tx1"/>
          </a:solidFill>
          <a:latin typeface="Podkova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Podkova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Podkova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Podkova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Podkova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6206D0-6133-4AC5-8A1D-5134659DC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6" y="4459017"/>
            <a:ext cx="10709671" cy="2381521"/>
          </a:xfrm>
          <a:ln>
            <a:noFill/>
          </a:ln>
        </p:spPr>
        <p:txBody>
          <a:bodyPr>
            <a:normAutofit/>
          </a:bodyPr>
          <a:lstStyle/>
          <a:p>
            <a:r>
              <a:rPr lang="hu-HU" sz="8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29413376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01AEC2-4263-4AD8-AA3D-823B8D93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Napóra (árnyékóra)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EEBBCB-9C24-42D5-A074-8A34BBA63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278337" cy="4340259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hu-HU" sz="3400" dirty="0"/>
              <a:t>Kr. e. 5. évezred</a:t>
            </a:r>
          </a:p>
          <a:p>
            <a:r>
              <a:rPr lang="hu-HU" sz="3400" dirty="0"/>
              <a:t>A legpontosabb eszköz még a középkorban is</a:t>
            </a:r>
          </a:p>
          <a:p>
            <a:r>
              <a:rPr lang="hu-HU" sz="3400" dirty="0"/>
              <a:t>A helyi időt mutatja</a:t>
            </a:r>
          </a:p>
          <a:p>
            <a:r>
              <a:rPr lang="hu-HU" sz="3400" dirty="0"/>
              <a:t>Részei</a:t>
            </a:r>
          </a:p>
          <a:p>
            <a:pPr lvl="1">
              <a:buSzPct val="100000"/>
            </a:pPr>
            <a:r>
              <a:rPr lang="hu-HU" sz="2700" dirty="0"/>
              <a:t>árnyékvető (gnómon)</a:t>
            </a:r>
          </a:p>
          <a:p>
            <a:pPr lvl="1">
              <a:buSzPct val="100000"/>
            </a:pPr>
            <a:r>
              <a:rPr lang="hu-HU" sz="2700" dirty="0"/>
              <a:t>számlap</a:t>
            </a:r>
          </a:p>
          <a:p>
            <a:r>
              <a:rPr lang="hu-HU" sz="3400" dirty="0"/>
              <a:t>Típusai</a:t>
            </a:r>
          </a:p>
          <a:p>
            <a:pPr lvl="1"/>
            <a:r>
              <a:rPr lang="hu-HU" sz="2700" dirty="0"/>
              <a:t>rögzített</a:t>
            </a:r>
          </a:p>
          <a:p>
            <a:pPr lvl="1"/>
            <a:r>
              <a:rPr lang="hu-HU" sz="2700" dirty="0"/>
              <a:t>hordozható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80B1AA2-7E68-418B-AC57-890E3A78BF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7" r="7542"/>
          <a:stretch/>
        </p:blipFill>
        <p:spPr>
          <a:xfrm>
            <a:off x="6977065" y="2011105"/>
            <a:ext cx="4428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894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02FC7B-A737-4E20-9BBA-925CAAEE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Vízóra (</a:t>
            </a:r>
            <a:r>
              <a:rPr lang="hu-HU" dirty="0" err="1"/>
              <a:t>klepszüdra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7F5A85-E077-4DCD-BE1C-D6A58E40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99" y="1492906"/>
            <a:ext cx="5367113" cy="4340259"/>
          </a:xfrm>
        </p:spPr>
        <p:txBody>
          <a:bodyPr>
            <a:normAutofit lnSpcReduction="10000"/>
          </a:bodyPr>
          <a:lstStyle/>
          <a:p>
            <a:r>
              <a:rPr lang="hu-HU" dirty="0"/>
              <a:t>Mezopotámia, Egyiptom, Távol-Kelet</a:t>
            </a:r>
          </a:p>
          <a:p>
            <a:r>
              <a:rPr lang="hu-HU" dirty="0"/>
              <a:t>A víz átcsöpög a másik edénybe</a:t>
            </a:r>
          </a:p>
          <a:p>
            <a:r>
              <a:rPr lang="hu-HU" dirty="0"/>
              <a:t>Tölcsér alak: egyenletesen</a:t>
            </a:r>
          </a:p>
          <a:p>
            <a:r>
              <a:rPr lang="hu-HU" dirty="0"/>
              <a:t>Ókori Görögország: beszédek hossza</a:t>
            </a:r>
          </a:p>
          <a:p>
            <a:r>
              <a:rPr lang="hu-HU" dirty="0"/>
              <a:t>Galilei: kísérleteihez időméréshez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56B7474-F6C2-4286-88CC-9D096427C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50" y="1200852"/>
            <a:ext cx="2880000" cy="443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75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A87A6F-971C-4446-8AA3-07E07EF4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Gyertyaóra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405A83-FC48-406E-9037-236711D01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278337" cy="4340259"/>
          </a:xfrm>
        </p:spPr>
        <p:txBody>
          <a:bodyPr/>
          <a:lstStyle/>
          <a:p>
            <a:r>
              <a:rPr lang="hu-HU" dirty="0"/>
              <a:t>Kb. 900 éve terjedt el</a:t>
            </a:r>
          </a:p>
          <a:p>
            <a:r>
              <a:rPr lang="hu-HU" dirty="0"/>
              <a:t>A gyertya egyenletesen fogy</a:t>
            </a:r>
          </a:p>
          <a:p>
            <a:r>
              <a:rPr lang="hu-HU" dirty="0"/>
              <a:t>Beosztás a gyertyán vagy a gyertya mögött</a:t>
            </a:r>
          </a:p>
          <a:p>
            <a:r>
              <a:rPr lang="hu-HU" dirty="0"/>
              <a:t>Időzítés:</a:t>
            </a:r>
          </a:p>
          <a:p>
            <a:pPr lvl="1"/>
            <a:r>
              <a:rPr lang="hu-HU" dirty="0"/>
              <a:t>szeg a megfelelő osztásnál</a:t>
            </a:r>
          </a:p>
          <a:p>
            <a:pPr lvl="1"/>
            <a:r>
              <a:rPr lang="hu-HU" dirty="0"/>
              <a:t>amikor odáig leég, a szeg fémtálkába esik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EC24EA8-5B8D-4E2C-AA7B-9B3365FB6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45" y="1259999"/>
            <a:ext cx="3240405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81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8B88A-6096-4068-9792-2C8B7619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Homokóra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253D68-47D1-4BA9-9F14-E7377F33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278337" cy="4340259"/>
          </a:xfrm>
        </p:spPr>
        <p:txBody>
          <a:bodyPr/>
          <a:lstStyle/>
          <a:p>
            <a:r>
              <a:rPr lang="hu-HU" dirty="0"/>
              <a:t>Első feljegyzés: XIV. század</a:t>
            </a:r>
          </a:p>
          <a:p>
            <a:r>
              <a:rPr lang="hu-HU" dirty="0"/>
              <a:t>Két vékony csővel összekötött edény</a:t>
            </a:r>
          </a:p>
          <a:p>
            <a:r>
              <a:rPr lang="hu-HU" dirty="0"/>
              <a:t>A felső tartályból homok pereg</a:t>
            </a:r>
          </a:p>
          <a:p>
            <a:r>
              <a:rPr lang="hu-HU" dirty="0"/>
              <a:t>Időtartamot mér</a:t>
            </a:r>
          </a:p>
          <a:p>
            <a:r>
              <a:rPr lang="hu-HU" dirty="0"/>
              <a:t>Újraindítás: megfordítják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41382C9-CDDF-494A-AE15-AB3B94159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772" y="1261269"/>
            <a:ext cx="1960880" cy="43180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81B407A-8FAB-4F85-B063-858374F0DD0C}"/>
              </a:ext>
            </a:extLst>
          </p:cNvPr>
          <p:cNvSpPr txBox="1"/>
          <p:nvPr/>
        </p:nvSpPr>
        <p:spPr>
          <a:xfrm>
            <a:off x="841475" y="5838069"/>
            <a:ext cx="5278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A világ legnagyobb homokóráját, a Világórát hazánk EU-s csatlakozása alkalmából Budapesten adták át.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8A01F58C-0821-427B-907E-809251F4B518}"/>
              </a:ext>
            </a:extLst>
          </p:cNvPr>
          <p:cNvCxnSpPr>
            <a:cxnSpLocks/>
          </p:cNvCxnSpPr>
          <p:nvPr/>
        </p:nvCxnSpPr>
        <p:spPr>
          <a:xfrm flipV="1">
            <a:off x="8522563" y="2210140"/>
            <a:ext cx="1597981" cy="6129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02FE0334-37C4-48A6-9579-65891F817F65}"/>
              </a:ext>
            </a:extLst>
          </p:cNvPr>
          <p:cNvCxnSpPr>
            <a:cxnSpLocks/>
          </p:cNvCxnSpPr>
          <p:nvPr/>
        </p:nvCxnSpPr>
        <p:spPr>
          <a:xfrm>
            <a:off x="8366967" y="3408628"/>
            <a:ext cx="1753577" cy="116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A7F789E-836A-42CA-9721-8F9F55E224BF}"/>
              </a:ext>
            </a:extLst>
          </p:cNvPr>
          <p:cNvCxnSpPr>
            <a:cxnSpLocks/>
          </p:cNvCxnSpPr>
          <p:nvPr/>
        </p:nvCxnSpPr>
        <p:spPr>
          <a:xfrm>
            <a:off x="8516835" y="3991105"/>
            <a:ext cx="1603709" cy="1469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7FD39A4-58E4-46C7-8BA4-A043FEC30A2D}"/>
              </a:ext>
            </a:extLst>
          </p:cNvPr>
          <p:cNvCxnSpPr>
            <a:cxnSpLocks/>
          </p:cNvCxnSpPr>
          <p:nvPr/>
        </p:nvCxnSpPr>
        <p:spPr>
          <a:xfrm>
            <a:off x="8894932" y="4985208"/>
            <a:ext cx="1225612" cy="1573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33F32756-344A-4851-8835-9C68A7F8A348}"/>
              </a:ext>
            </a:extLst>
          </p:cNvPr>
          <p:cNvSpPr txBox="1"/>
          <p:nvPr/>
        </p:nvSpPr>
        <p:spPr>
          <a:xfrm>
            <a:off x="10120545" y="2028056"/>
            <a:ext cx="171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száraz homok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F83BF423-530D-424D-953F-26A3BC8C924C}"/>
              </a:ext>
            </a:extLst>
          </p:cNvPr>
          <p:cNvSpPr txBox="1"/>
          <p:nvPr/>
        </p:nvSpPr>
        <p:spPr>
          <a:xfrm>
            <a:off x="10120545" y="3235603"/>
            <a:ext cx="171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nyílás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F9B3197B-B95D-4C5D-A4BC-C5E001AF838F}"/>
              </a:ext>
            </a:extLst>
          </p:cNvPr>
          <p:cNvSpPr txBox="1"/>
          <p:nvPr/>
        </p:nvSpPr>
        <p:spPr>
          <a:xfrm>
            <a:off x="10120544" y="3806439"/>
            <a:ext cx="171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üvegtartály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D9119C13-AE79-4D7A-92DE-1D70268EC9CD}"/>
              </a:ext>
            </a:extLst>
          </p:cNvPr>
          <p:cNvSpPr txBox="1"/>
          <p:nvPr/>
        </p:nvSpPr>
        <p:spPr>
          <a:xfrm>
            <a:off x="10120544" y="4957847"/>
            <a:ext cx="171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tartószerkezet</a:t>
            </a:r>
          </a:p>
        </p:txBody>
      </p:sp>
    </p:spTree>
    <p:extLst>
      <p:ext uri="{BB962C8B-B14F-4D97-AF65-F5344CB8AC3E}">
        <p14:creationId xmlns:p14="http://schemas.microsoft.com/office/powerpoint/2010/main" val="41049669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182</Words>
  <Application>Microsoft Office PowerPoint</Application>
  <PresentationFormat>Egyéni</PresentationFormat>
  <Paragraphs>37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Calibri</vt:lpstr>
      <vt:lpstr>Podkova</vt:lpstr>
      <vt:lpstr>Office-téma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Ódor Artúr</dc:creator>
  <cp:lastModifiedBy>europa04@server</cp:lastModifiedBy>
  <cp:revision>4</cp:revision>
  <dcterms:created xsi:type="dcterms:W3CDTF">2026-09-05T09:16:59Z</dcterms:created>
  <dcterms:modified xsi:type="dcterms:W3CDTF">2026-09-07T09:43:42Z</dcterms:modified>
</cp:coreProperties>
</file>