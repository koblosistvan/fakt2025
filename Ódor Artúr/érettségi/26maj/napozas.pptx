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908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c21c437aeb2245f" providerId="LiveId" clId="{7433997E-2D50-435A-8C37-B1D8664C04CA}"/>
    <pc:docChg chg="undo custSel modSld modMainMaster">
      <pc:chgData name="" userId="1c21c437aeb2245f" providerId="LiveId" clId="{7433997E-2D50-435A-8C37-B1D8664C04CA}" dt="2026-09-19T17:23:35.547" v="447"/>
      <pc:docMkLst>
        <pc:docMk/>
      </pc:docMkLst>
      <pc:sldChg chg="addSp delSp modSp setBg modAnim">
        <pc:chgData name="" userId="1c21c437aeb2245f" providerId="LiveId" clId="{7433997E-2D50-435A-8C37-B1D8664C04CA}" dt="2026-09-19T17:23:35.547" v="447"/>
        <pc:sldMkLst>
          <pc:docMk/>
          <pc:sldMk cId="1002278555" sldId="256"/>
        </pc:sldMkLst>
        <pc:spChg chg="del">
          <ac:chgData name="" userId="1c21c437aeb2245f" providerId="LiveId" clId="{7433997E-2D50-435A-8C37-B1D8664C04CA}" dt="2026-09-19T16:49:39.360" v="0"/>
          <ac:spMkLst>
            <pc:docMk/>
            <pc:sldMk cId="1002278555" sldId="256"/>
            <ac:spMk id="2" creationId="{FBB64BAC-E137-4E83-B6CF-FCAC5621792D}"/>
          </ac:spMkLst>
        </pc:spChg>
        <pc:spChg chg="del">
          <ac:chgData name="" userId="1c21c437aeb2245f" providerId="LiveId" clId="{7433997E-2D50-435A-8C37-B1D8664C04CA}" dt="2026-09-19T16:49:39.360" v="0"/>
          <ac:spMkLst>
            <pc:docMk/>
            <pc:sldMk cId="1002278555" sldId="256"/>
            <ac:spMk id="3" creationId="{AD8DFC00-AAC7-4C87-8696-228301CA9CF0}"/>
          </ac:spMkLst>
        </pc:spChg>
        <pc:spChg chg="add mod">
          <ac:chgData name="" userId="1c21c437aeb2245f" providerId="LiveId" clId="{7433997E-2D50-435A-8C37-B1D8664C04CA}" dt="2026-09-19T17:09:52.025" v="212"/>
          <ac:spMkLst>
            <pc:docMk/>
            <pc:sldMk cId="1002278555" sldId="256"/>
            <ac:spMk id="4" creationId="{C572628F-5903-4EE5-BB16-5BF605DDB1D6}"/>
          </ac:spMkLst>
        </pc:spChg>
        <pc:spChg chg="add del mod">
          <ac:chgData name="" userId="1c21c437aeb2245f" providerId="LiveId" clId="{7433997E-2D50-435A-8C37-B1D8664C04CA}" dt="2026-09-19T16:54:44.386" v="25" actId="478"/>
          <ac:spMkLst>
            <pc:docMk/>
            <pc:sldMk cId="1002278555" sldId="256"/>
            <ac:spMk id="5" creationId="{B73A9F7A-8476-4754-B4D1-8DE257D691CA}"/>
          </ac:spMkLst>
        </pc:spChg>
        <pc:spChg chg="add mod">
          <ac:chgData name="" userId="1c21c437aeb2245f" providerId="LiveId" clId="{7433997E-2D50-435A-8C37-B1D8664C04CA}" dt="2026-09-19T17:02:10.158" v="150" actId="255"/>
          <ac:spMkLst>
            <pc:docMk/>
            <pc:sldMk cId="1002278555" sldId="256"/>
            <ac:spMk id="6" creationId="{FA90F14E-4EBC-4D8B-8083-0970A0F61FE6}"/>
          </ac:spMkLst>
        </pc:spChg>
        <pc:spChg chg="add del">
          <ac:chgData name="" userId="1c21c437aeb2245f" providerId="LiveId" clId="{7433997E-2D50-435A-8C37-B1D8664C04CA}" dt="2026-09-19T16:56:13.807" v="37"/>
          <ac:spMkLst>
            <pc:docMk/>
            <pc:sldMk cId="1002278555" sldId="256"/>
            <ac:spMk id="8" creationId="{E5D8E988-A95B-4689-98AB-F95E930897F0}"/>
          </ac:spMkLst>
        </pc:spChg>
        <pc:spChg chg="del mod topLvl">
          <ac:chgData name="" userId="1c21c437aeb2245f" providerId="LiveId" clId="{7433997E-2D50-435A-8C37-B1D8664C04CA}" dt="2026-09-19T16:57:54.302" v="107" actId="478"/>
          <ac:spMkLst>
            <pc:docMk/>
            <pc:sldMk cId="1002278555" sldId="256"/>
            <ac:spMk id="10" creationId="{28FC943D-0AB6-4207-A103-FD0A238EDB9D}"/>
          </ac:spMkLst>
        </pc:spChg>
        <pc:spChg chg="del mod topLvl">
          <ac:chgData name="" userId="1c21c437aeb2245f" providerId="LiveId" clId="{7433997E-2D50-435A-8C37-B1D8664C04CA}" dt="2026-09-19T16:57:53.817" v="106" actId="478"/>
          <ac:spMkLst>
            <pc:docMk/>
            <pc:sldMk cId="1002278555" sldId="256"/>
            <ac:spMk id="11" creationId="{27F50967-AA91-4C22-87F2-40BF3D091AC1}"/>
          </ac:spMkLst>
        </pc:spChg>
        <pc:spChg chg="mod">
          <ac:chgData name="" userId="1c21c437aeb2245f" providerId="LiveId" clId="{7433997E-2D50-435A-8C37-B1D8664C04CA}" dt="2026-09-19T16:59:44.520" v="125" actId="207"/>
          <ac:spMkLst>
            <pc:docMk/>
            <pc:sldMk cId="1002278555" sldId="256"/>
            <ac:spMk id="19" creationId="{1DF69BDF-0516-451E-8914-437CAF5E031E}"/>
          </ac:spMkLst>
        </pc:spChg>
        <pc:spChg chg="mod">
          <ac:chgData name="" userId="1c21c437aeb2245f" providerId="LiveId" clId="{7433997E-2D50-435A-8C37-B1D8664C04CA}" dt="2026-09-19T17:02:14.884" v="151" actId="255"/>
          <ac:spMkLst>
            <pc:docMk/>
            <pc:sldMk cId="1002278555" sldId="256"/>
            <ac:spMk id="20" creationId="{7286011B-6AE4-4F07-8DC7-6122EF50C372}"/>
          </ac:spMkLst>
        </pc:spChg>
        <pc:spChg chg="mod">
          <ac:chgData name="" userId="1c21c437aeb2245f" providerId="LiveId" clId="{7433997E-2D50-435A-8C37-B1D8664C04CA}" dt="2026-09-19T16:59:17.860" v="121" actId="207"/>
          <ac:spMkLst>
            <pc:docMk/>
            <pc:sldMk cId="1002278555" sldId="256"/>
            <ac:spMk id="22" creationId="{FC9D200C-38D0-4EDE-8C33-9D088C47D025}"/>
          </ac:spMkLst>
        </pc:spChg>
        <pc:spChg chg="mod">
          <ac:chgData name="" userId="1c21c437aeb2245f" providerId="LiveId" clId="{7433997E-2D50-435A-8C37-B1D8664C04CA}" dt="2026-09-19T17:02:22.658" v="155" actId="255"/>
          <ac:spMkLst>
            <pc:docMk/>
            <pc:sldMk cId="1002278555" sldId="256"/>
            <ac:spMk id="23" creationId="{104D4386-AA4D-4126-BBAD-E19BEF7AFC91}"/>
          </ac:spMkLst>
        </pc:spChg>
        <pc:spChg chg="mod">
          <ac:chgData name="" userId="1c21c437aeb2245f" providerId="LiveId" clId="{7433997E-2D50-435A-8C37-B1D8664C04CA}" dt="2026-09-19T16:59:13.162" v="120" actId="207"/>
          <ac:spMkLst>
            <pc:docMk/>
            <pc:sldMk cId="1002278555" sldId="256"/>
            <ac:spMk id="25" creationId="{5D934854-C969-481C-A62A-1605E12E1452}"/>
          </ac:spMkLst>
        </pc:spChg>
        <pc:spChg chg="mod">
          <ac:chgData name="" userId="1c21c437aeb2245f" providerId="LiveId" clId="{7433997E-2D50-435A-8C37-B1D8664C04CA}" dt="2026-09-19T17:02:25.829" v="156" actId="255"/>
          <ac:spMkLst>
            <pc:docMk/>
            <pc:sldMk cId="1002278555" sldId="256"/>
            <ac:spMk id="26" creationId="{24558083-658C-4E68-A110-B47CEE9F7036}"/>
          </ac:spMkLst>
        </pc:spChg>
        <pc:spChg chg="add del mod">
          <ac:chgData name="" userId="1c21c437aeb2245f" providerId="LiveId" clId="{7433997E-2D50-435A-8C37-B1D8664C04CA}" dt="2026-09-19T17:06:27.088" v="174" actId="478"/>
          <ac:spMkLst>
            <pc:docMk/>
            <pc:sldMk cId="1002278555" sldId="256"/>
            <ac:spMk id="35" creationId="{70B2CA55-3A7E-4ADF-ACEC-144859732CAB}"/>
          </ac:spMkLst>
        </pc:spChg>
        <pc:spChg chg="add del mod">
          <ac:chgData name="" userId="1c21c437aeb2245f" providerId="LiveId" clId="{7433997E-2D50-435A-8C37-B1D8664C04CA}" dt="2026-09-19T17:07:19.162" v="187" actId="478"/>
          <ac:spMkLst>
            <pc:docMk/>
            <pc:sldMk cId="1002278555" sldId="256"/>
            <ac:spMk id="36" creationId="{20DC9C0C-106D-4019-B5BC-FE15B6A7B286}"/>
          </ac:spMkLst>
        </pc:spChg>
        <pc:spChg chg="add mod">
          <ac:chgData name="" userId="1c21c437aeb2245f" providerId="LiveId" clId="{7433997E-2D50-435A-8C37-B1D8664C04CA}" dt="2026-09-19T17:17:55.224" v="424" actId="164"/>
          <ac:spMkLst>
            <pc:docMk/>
            <pc:sldMk cId="1002278555" sldId="256"/>
            <ac:spMk id="47" creationId="{DB67AD08-3D5A-4C55-94EE-46C2DB404915}"/>
          </ac:spMkLst>
        </pc:spChg>
        <pc:spChg chg="add mod">
          <ac:chgData name="" userId="1c21c437aeb2245f" providerId="LiveId" clId="{7433997E-2D50-435A-8C37-B1D8664C04CA}" dt="2026-09-19T17:18:03.259" v="425" actId="164"/>
          <ac:spMkLst>
            <pc:docMk/>
            <pc:sldMk cId="1002278555" sldId="256"/>
            <ac:spMk id="48" creationId="{488BB9F0-8BD2-4047-B868-726CD607F991}"/>
          </ac:spMkLst>
        </pc:spChg>
        <pc:spChg chg="add mod">
          <ac:chgData name="" userId="1c21c437aeb2245f" providerId="LiveId" clId="{7433997E-2D50-435A-8C37-B1D8664C04CA}" dt="2026-09-19T17:18:10.117" v="426" actId="164"/>
          <ac:spMkLst>
            <pc:docMk/>
            <pc:sldMk cId="1002278555" sldId="256"/>
            <ac:spMk id="49" creationId="{954227D1-521B-4CF8-B29C-A470E2B1DCE3}"/>
          </ac:spMkLst>
        </pc:spChg>
        <pc:spChg chg="add mod">
          <ac:chgData name="" userId="1c21c437aeb2245f" providerId="LiveId" clId="{7433997E-2D50-435A-8C37-B1D8664C04CA}" dt="2026-09-19T17:18:16.155" v="427" actId="164"/>
          <ac:spMkLst>
            <pc:docMk/>
            <pc:sldMk cId="1002278555" sldId="256"/>
            <ac:spMk id="50" creationId="{629D6CAD-EA96-4001-BF95-46EA05CE6EA1}"/>
          </ac:spMkLst>
        </pc:spChg>
        <pc:spChg chg="add mod">
          <ac:chgData name="" userId="1c21c437aeb2245f" providerId="LiveId" clId="{7433997E-2D50-435A-8C37-B1D8664C04CA}" dt="2026-09-19T17:17:16.816" v="423" actId="947"/>
          <ac:spMkLst>
            <pc:docMk/>
            <pc:sldMk cId="1002278555" sldId="256"/>
            <ac:spMk id="51" creationId="{EEE18E59-E09D-4BE4-91F0-0633DF4D3B88}"/>
          </ac:spMkLst>
        </pc:spChg>
        <pc:grpChg chg="add mod">
          <ac:chgData name="" userId="1c21c437aeb2245f" providerId="LiveId" clId="{7433997E-2D50-435A-8C37-B1D8664C04CA}" dt="2026-09-19T17:17:55.224" v="424" actId="164"/>
          <ac:grpSpMkLst>
            <pc:docMk/>
            <pc:sldMk cId="1002278555" sldId="256"/>
            <ac:grpSpMk id="7" creationId="{064AA707-90D5-4C02-8E7E-31DA04CDD61E}"/>
          </ac:grpSpMkLst>
        </pc:grpChg>
        <pc:grpChg chg="add del mod">
          <ac:chgData name="" userId="1c21c437aeb2245f" providerId="LiveId" clId="{7433997E-2D50-435A-8C37-B1D8664C04CA}" dt="2026-09-19T16:57:53.817" v="106" actId="478"/>
          <ac:grpSpMkLst>
            <pc:docMk/>
            <pc:sldMk cId="1002278555" sldId="256"/>
            <ac:grpSpMk id="9" creationId="{75F4AA45-9F8B-441E-84BB-5CC891282038}"/>
          </ac:grpSpMkLst>
        </pc:grpChg>
        <pc:grpChg chg="add del mod">
          <ac:chgData name="" userId="1c21c437aeb2245f" providerId="LiveId" clId="{7433997E-2D50-435A-8C37-B1D8664C04CA}" dt="2026-09-19T16:57:54.979" v="108" actId="478"/>
          <ac:grpSpMkLst>
            <pc:docMk/>
            <pc:sldMk cId="1002278555" sldId="256"/>
            <ac:grpSpMk id="12" creationId="{A1CB5A54-1A65-4842-9BCE-FFF7C2C6432F}"/>
          </ac:grpSpMkLst>
        </pc:grpChg>
        <pc:grpChg chg="add del mod">
          <ac:chgData name="" userId="1c21c437aeb2245f" providerId="LiveId" clId="{7433997E-2D50-435A-8C37-B1D8664C04CA}" dt="2026-09-19T16:57:55.674" v="109" actId="478"/>
          <ac:grpSpMkLst>
            <pc:docMk/>
            <pc:sldMk cId="1002278555" sldId="256"/>
            <ac:grpSpMk id="15" creationId="{4CD3F7CC-311B-41A1-A73D-F7DFD5AC2479}"/>
          </ac:grpSpMkLst>
        </pc:grpChg>
        <pc:grpChg chg="add mod">
          <ac:chgData name="" userId="1c21c437aeb2245f" providerId="LiveId" clId="{7433997E-2D50-435A-8C37-B1D8664C04CA}" dt="2026-09-19T17:18:03.259" v="425" actId="164"/>
          <ac:grpSpMkLst>
            <pc:docMk/>
            <pc:sldMk cId="1002278555" sldId="256"/>
            <ac:grpSpMk id="18" creationId="{CDACA149-15C8-4DB3-A35F-7F0B540DE06A}"/>
          </ac:grpSpMkLst>
        </pc:grpChg>
        <pc:grpChg chg="add mod">
          <ac:chgData name="" userId="1c21c437aeb2245f" providerId="LiveId" clId="{7433997E-2D50-435A-8C37-B1D8664C04CA}" dt="2026-09-19T17:18:10.117" v="426" actId="164"/>
          <ac:grpSpMkLst>
            <pc:docMk/>
            <pc:sldMk cId="1002278555" sldId="256"/>
            <ac:grpSpMk id="21" creationId="{9D749FB0-ED4C-4B18-AD32-D677A6ABF170}"/>
          </ac:grpSpMkLst>
        </pc:grpChg>
        <pc:grpChg chg="add mod">
          <ac:chgData name="" userId="1c21c437aeb2245f" providerId="LiveId" clId="{7433997E-2D50-435A-8C37-B1D8664C04CA}" dt="2026-09-19T17:18:16.155" v="427" actId="164"/>
          <ac:grpSpMkLst>
            <pc:docMk/>
            <pc:sldMk cId="1002278555" sldId="256"/>
            <ac:grpSpMk id="24" creationId="{A26B8F4E-EB6D-4A54-B4AF-70FFA4524145}"/>
          </ac:grpSpMkLst>
        </pc:grpChg>
        <pc:grpChg chg="add del mod">
          <ac:chgData name="" userId="1c21c437aeb2245f" providerId="LiveId" clId="{7433997E-2D50-435A-8C37-B1D8664C04CA}" dt="2026-09-19T17:05:09.568" v="158" actId="478"/>
          <ac:grpSpMkLst>
            <pc:docMk/>
            <pc:sldMk cId="1002278555" sldId="256"/>
            <ac:grpSpMk id="27" creationId="{694D4C3F-5B16-44D9-B3D1-B5576A4E3E8E}"/>
          </ac:grpSpMkLst>
        </pc:grpChg>
        <pc:grpChg chg="add mod">
          <ac:chgData name="" userId="1c21c437aeb2245f" providerId="LiveId" clId="{7433997E-2D50-435A-8C37-B1D8664C04CA}" dt="2026-09-19T17:17:55.224" v="424" actId="164"/>
          <ac:grpSpMkLst>
            <pc:docMk/>
            <pc:sldMk cId="1002278555" sldId="256"/>
            <ac:grpSpMk id="52" creationId="{221C00AA-5BA0-4A94-B662-40B2BC39DA21}"/>
          </ac:grpSpMkLst>
        </pc:grpChg>
        <pc:grpChg chg="add mod">
          <ac:chgData name="" userId="1c21c437aeb2245f" providerId="LiveId" clId="{7433997E-2D50-435A-8C37-B1D8664C04CA}" dt="2026-09-19T17:18:03.259" v="425" actId="164"/>
          <ac:grpSpMkLst>
            <pc:docMk/>
            <pc:sldMk cId="1002278555" sldId="256"/>
            <ac:grpSpMk id="53" creationId="{A4FEDA99-CE0A-41F0-A2D6-17FAD525E915}"/>
          </ac:grpSpMkLst>
        </pc:grpChg>
        <pc:grpChg chg="add mod">
          <ac:chgData name="" userId="1c21c437aeb2245f" providerId="LiveId" clId="{7433997E-2D50-435A-8C37-B1D8664C04CA}" dt="2026-09-19T17:18:10.117" v="426" actId="164"/>
          <ac:grpSpMkLst>
            <pc:docMk/>
            <pc:sldMk cId="1002278555" sldId="256"/>
            <ac:grpSpMk id="54" creationId="{527752E5-0ED0-488F-BF3D-AC00A4ABC4AB}"/>
          </ac:grpSpMkLst>
        </pc:grpChg>
        <pc:grpChg chg="add mod">
          <ac:chgData name="" userId="1c21c437aeb2245f" providerId="LiveId" clId="{7433997E-2D50-435A-8C37-B1D8664C04CA}" dt="2026-09-19T17:18:16.155" v="427" actId="164"/>
          <ac:grpSpMkLst>
            <pc:docMk/>
            <pc:sldMk cId="1002278555" sldId="256"/>
            <ac:grpSpMk id="55" creationId="{A120FA7C-D81A-46C4-B684-B828194DC95F}"/>
          </ac:grpSpMkLst>
        </pc:grpChg>
        <pc:picChg chg="add mod">
          <ac:chgData name="" userId="1c21c437aeb2245f" providerId="LiveId" clId="{7433997E-2D50-435A-8C37-B1D8664C04CA}" dt="2026-09-19T17:17:55.224" v="424" actId="164"/>
          <ac:picMkLst>
            <pc:docMk/>
            <pc:sldMk cId="1002278555" sldId="256"/>
            <ac:picMk id="31" creationId="{1E11CD72-7D6E-43C2-A341-E22A0860486F}"/>
          </ac:picMkLst>
        </pc:picChg>
        <pc:picChg chg="add mod">
          <ac:chgData name="" userId="1c21c437aeb2245f" providerId="LiveId" clId="{7433997E-2D50-435A-8C37-B1D8664C04CA}" dt="2026-09-19T17:18:03.259" v="425" actId="164"/>
          <ac:picMkLst>
            <pc:docMk/>
            <pc:sldMk cId="1002278555" sldId="256"/>
            <ac:picMk id="32" creationId="{02D8D891-FE0D-4806-9685-C58F20EA721D}"/>
          </ac:picMkLst>
        </pc:picChg>
        <pc:picChg chg="add mod">
          <ac:chgData name="" userId="1c21c437aeb2245f" providerId="LiveId" clId="{7433997E-2D50-435A-8C37-B1D8664C04CA}" dt="2026-09-19T17:18:10.117" v="426" actId="164"/>
          <ac:picMkLst>
            <pc:docMk/>
            <pc:sldMk cId="1002278555" sldId="256"/>
            <ac:picMk id="33" creationId="{6D306BE6-2CAC-4392-BFA0-4E72AC7EBFD3}"/>
          </ac:picMkLst>
        </pc:picChg>
        <pc:picChg chg="add mod">
          <ac:chgData name="" userId="1c21c437aeb2245f" providerId="LiveId" clId="{7433997E-2D50-435A-8C37-B1D8664C04CA}" dt="2026-09-19T17:18:16.155" v="427" actId="164"/>
          <ac:picMkLst>
            <pc:docMk/>
            <pc:sldMk cId="1002278555" sldId="256"/>
            <ac:picMk id="34" creationId="{F6605A6F-56CA-4100-908B-B2FED3808847}"/>
          </ac:picMkLst>
        </pc:picChg>
        <pc:cxnChg chg="add del mod">
          <ac:chgData name="" userId="1c21c437aeb2245f" providerId="LiveId" clId="{7433997E-2D50-435A-8C37-B1D8664C04CA}" dt="2026-09-19T17:08:12.515" v="199" actId="478"/>
          <ac:cxnSpMkLst>
            <pc:docMk/>
            <pc:sldMk cId="1002278555" sldId="256"/>
            <ac:cxnSpMk id="38" creationId="{5CF3C212-DDB1-4641-9CA7-1BEE6216B012}"/>
          </ac:cxnSpMkLst>
        </pc:cxnChg>
        <pc:cxnChg chg="add mod">
          <ac:chgData name="" userId="1c21c437aeb2245f" providerId="LiveId" clId="{7433997E-2D50-435A-8C37-B1D8664C04CA}" dt="2026-09-19T17:18:03.259" v="425" actId="164"/>
          <ac:cxnSpMkLst>
            <pc:docMk/>
            <pc:sldMk cId="1002278555" sldId="256"/>
            <ac:cxnSpMk id="39" creationId="{39D6B6F9-31E8-4ED3-9CB2-014E677E9223}"/>
          </ac:cxnSpMkLst>
        </pc:cxnChg>
        <pc:cxnChg chg="add mod">
          <ac:chgData name="" userId="1c21c437aeb2245f" providerId="LiveId" clId="{7433997E-2D50-435A-8C37-B1D8664C04CA}" dt="2026-09-19T17:17:55.224" v="424" actId="164"/>
          <ac:cxnSpMkLst>
            <pc:docMk/>
            <pc:sldMk cId="1002278555" sldId="256"/>
            <ac:cxnSpMk id="42" creationId="{C32533BF-EAB9-4C5A-8327-DA4D2942F767}"/>
          </ac:cxnSpMkLst>
        </pc:cxnChg>
        <pc:cxnChg chg="add mod">
          <ac:chgData name="" userId="1c21c437aeb2245f" providerId="LiveId" clId="{7433997E-2D50-435A-8C37-B1D8664C04CA}" dt="2026-09-19T17:18:10.117" v="426" actId="164"/>
          <ac:cxnSpMkLst>
            <pc:docMk/>
            <pc:sldMk cId="1002278555" sldId="256"/>
            <ac:cxnSpMk id="43" creationId="{248EEB78-B446-40AF-8F17-D3BCC120F61A}"/>
          </ac:cxnSpMkLst>
        </pc:cxnChg>
        <pc:cxnChg chg="add mod">
          <ac:chgData name="" userId="1c21c437aeb2245f" providerId="LiveId" clId="{7433997E-2D50-435A-8C37-B1D8664C04CA}" dt="2026-09-19T17:18:16.155" v="427" actId="164"/>
          <ac:cxnSpMkLst>
            <pc:docMk/>
            <pc:sldMk cId="1002278555" sldId="256"/>
            <ac:cxnSpMk id="44" creationId="{8312CEB1-1054-4C29-8AB4-C6D839975CA5}"/>
          </ac:cxnSpMkLst>
        </pc:cxnChg>
      </pc:sldChg>
      <pc:sldMasterChg chg="modSp">
        <pc:chgData name="" userId="1c21c437aeb2245f" providerId="LiveId" clId="{7433997E-2D50-435A-8C37-B1D8664C04CA}" dt="2026-09-19T16:51:40.010" v="10" actId="207"/>
        <pc:sldMasterMkLst>
          <pc:docMk/>
          <pc:sldMasterMk cId="1471167996" sldId="2147483648"/>
        </pc:sldMasterMkLst>
        <pc:spChg chg="mod">
          <ac:chgData name="" userId="1c21c437aeb2245f" providerId="LiveId" clId="{7433997E-2D50-435A-8C37-B1D8664C04CA}" dt="2026-09-19T16:51:02.616" v="8" actId="2711"/>
          <ac:spMkLst>
            <pc:docMk/>
            <pc:sldMasterMk cId="1471167996" sldId="2147483648"/>
            <ac:spMk id="2" creationId="{A0FEDFBE-DC78-4F60-A629-DBFB641F6158}"/>
          </ac:spMkLst>
        </pc:spChg>
        <pc:spChg chg="mod">
          <ac:chgData name="" userId="1c21c437aeb2245f" providerId="LiveId" clId="{7433997E-2D50-435A-8C37-B1D8664C04CA}" dt="2026-09-19T16:51:40.010" v="10" actId="207"/>
          <ac:spMkLst>
            <pc:docMk/>
            <pc:sldMasterMk cId="1471167996" sldId="2147483648"/>
            <ac:spMk id="3" creationId="{8108E54F-20E6-41E6-BCE8-3BAA6876ACD9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123030-70D5-4956-AC86-3FBB14E2C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432C4C5-E656-463A-B40B-63AABA9B3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6A0C62-48D1-455B-B144-94E9C4D3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2FBDA6-BDDE-46A1-AB9F-88BEF640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A3F842-B932-4307-AF4C-9EAAA9AF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48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2F4975-0FC4-4457-A128-A2F401E7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5712AB-1C0A-4F26-8F16-32D61DE70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6BCEA9-C098-4C92-953D-84FACA18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97D47B-BF01-4A2F-8B71-285BCCD4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D69BCA-5D8C-4BE6-99DB-AD5DFE2D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254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775392-0F49-4827-9CB5-115C04B6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674C673-2E9B-42E6-92EE-B94089B15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AC89EB7-7CA3-4E89-9171-917A8C90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0F30A8-77C0-4AE1-AD56-E82419CC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1117C0-CBBC-4DAC-A6F4-35DE1544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838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D16ACC-4388-4CB0-92E8-2FD856B2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865475-23DC-4CD9-836C-F4A9DCA78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CB8635E-4EDE-43FD-B0E0-54F084784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55905D2-116D-4D65-B2A1-1FA58C6E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FAB9D91-D631-4080-9FAD-CC2CC313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815A8E8-8177-4E68-86D8-E1B518E3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936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BDE184-7293-45B3-A7CC-99B55B94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269A875-48CE-4BF1-8399-033332ECB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16C9E77-BA9A-425B-9DCC-B7E2C2269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3443011-F902-4B4E-AED5-AE06A1150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706B727-EBFC-41AF-8E20-7FC2D39BF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DAEEFBD-829A-41C7-B6A7-A7D3D1BF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7CDD3EF-A809-47C6-9356-955736B9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B9C5E75-E2B7-4FD3-94EA-63F2ADD9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122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1FBFEC-3896-4870-A760-F941C4B8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2D0C91-645C-4410-8089-39C4107E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A4E1375-1C7F-40F2-B259-44779008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37D1221-9BAB-48BB-A777-065A16AD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903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AB5D513-D542-413B-B2E9-41D21FEC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1107A3B-723A-4E01-8BAA-89D02703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B9E2254-9A62-4706-B722-8757BFFC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633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B89267-6EED-4D03-B342-44A556F5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01B188-4EFE-4944-AFED-AFD2A2384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5F9D011-EFE7-48B0-B545-A22B29D4F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0971B5-DF8A-4211-827C-DD45D9E0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2DF2BC2-0474-4A82-892A-3173C6BD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C2F3A05-3C63-462C-9231-F0896714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2317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8A67C6-BEC8-4A64-94D3-8995EAE6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D2B350E-6436-4410-9B49-9F742C065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E0EC833-A7AD-4FF7-A260-3CFB27556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58F4BC0-F8E2-41B8-97F1-CF856BD1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0D956E6-4251-4711-854F-C3A0BA4E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C46AA86-F53A-4846-B306-633592A0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397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274B91-13E2-4AD0-96CA-DC844A3A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8EAE293-C60E-49E6-94FD-2E722450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A3EACC-4147-495D-8B62-58AD5A44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206CD6D-7CCA-4234-8D85-F6972E50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E468F5-FCB3-4581-8921-9C321865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141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25B199E-44A9-4F01-B97C-5DE383189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66BBA9C-A399-4D44-BED4-5949E165D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9330F7D-F3AA-44FD-A96C-D5F7EA96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6C62D9-0F06-4A03-8F0B-45A15551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65942D-AF35-4716-945E-CE35FF7E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134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0FEDFBE-DC78-4F60-A629-DBFB641F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108E54F-20E6-41E6-BCE8-3BAA6876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51403B-C4C0-4729-9496-2CD675F35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D4B51-A0BF-4875-84DA-1569437CEAFA}" type="datetimeFigureOut">
              <a:rPr lang="hu-HU" smtClean="0"/>
              <a:t>2026. 09. 19.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7B6F1C-8BD0-4594-8EC5-2AB4DB2F5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5CEA3C8-AB85-477E-97B8-048039E4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9F1D9-4F71-46F1-8FE5-9ED1307FC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116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221C00AA-5BA0-4A94-B662-40B2BC39DA21}"/>
              </a:ext>
            </a:extLst>
          </p:cNvPr>
          <p:cNvGrpSpPr/>
          <p:nvPr/>
        </p:nvGrpSpPr>
        <p:grpSpPr>
          <a:xfrm>
            <a:off x="-2516038" y="575733"/>
            <a:ext cx="9319309" cy="1350000"/>
            <a:chOff x="-2516038" y="575733"/>
            <a:chExt cx="9319309" cy="1350000"/>
          </a:xfrm>
        </p:grpSpPr>
        <p:grpSp>
          <p:nvGrpSpPr>
            <p:cNvPr id="7" name="Csoportba foglalás 6">
              <a:extLst>
                <a:ext uri="{FF2B5EF4-FFF2-40B4-BE49-F238E27FC236}">
                  <a16:creationId xmlns:a16="http://schemas.microsoft.com/office/drawing/2014/main" id="{064AA707-90D5-4C02-8E7E-31DA04CDD61E}"/>
                </a:ext>
              </a:extLst>
            </p:cNvPr>
            <p:cNvGrpSpPr/>
            <p:nvPr/>
          </p:nvGrpSpPr>
          <p:grpSpPr>
            <a:xfrm>
              <a:off x="-2516038" y="575733"/>
              <a:ext cx="9319309" cy="1350000"/>
              <a:chOff x="-584201" y="575734"/>
              <a:chExt cx="7382934" cy="1350000"/>
            </a:xfrm>
          </p:grpSpPr>
          <p:sp>
            <p:nvSpPr>
              <p:cNvPr id="4" name="Téglalap: lekerekített 3">
                <a:extLst>
                  <a:ext uri="{FF2B5EF4-FFF2-40B4-BE49-F238E27FC236}">
                    <a16:creationId xmlns:a16="http://schemas.microsoft.com/office/drawing/2014/main" id="{C572628F-5903-4EE5-BB16-5BF605DDB1D6}"/>
                  </a:ext>
                </a:extLst>
              </p:cNvPr>
              <p:cNvSpPr/>
              <p:nvPr/>
            </p:nvSpPr>
            <p:spPr>
              <a:xfrm>
                <a:off x="-584201" y="575734"/>
                <a:ext cx="7382934" cy="135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6" name="Ellipszis 5">
                <a:extLst>
                  <a:ext uri="{FF2B5EF4-FFF2-40B4-BE49-F238E27FC236}">
                    <a16:creationId xmlns:a16="http://schemas.microsoft.com/office/drawing/2014/main" id="{FA90F14E-4EBC-4D8B-8083-0970A0F61FE6}"/>
                  </a:ext>
                </a:extLst>
              </p:cNvPr>
              <p:cNvSpPr/>
              <p:nvPr/>
            </p:nvSpPr>
            <p:spPr>
              <a:xfrm>
                <a:off x="5739321" y="620734"/>
                <a:ext cx="998196" cy="12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hu-HU" sz="3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Open Sans"/>
                  </a:rPr>
                  <a:t>1.</a:t>
                </a:r>
              </a:p>
            </p:txBody>
          </p:sp>
        </p:grpSp>
        <p:pic>
          <p:nvPicPr>
            <p:cNvPr id="31" name="Kép 30">
              <a:extLst>
                <a:ext uri="{FF2B5EF4-FFF2-40B4-BE49-F238E27FC236}">
                  <a16:creationId xmlns:a16="http://schemas.microsoft.com/office/drawing/2014/main" id="{1E11CD72-7D6E-43C2-A341-E22A08604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248" y="800733"/>
              <a:ext cx="964286" cy="900000"/>
            </a:xfrm>
            <a:prstGeom prst="rect">
              <a:avLst/>
            </a:prstGeom>
          </p:spPr>
        </p:pic>
        <p:cxnSp>
          <p:nvCxnSpPr>
            <p:cNvPr id="42" name="Egyenes összekötő 41">
              <a:extLst>
                <a:ext uri="{FF2B5EF4-FFF2-40B4-BE49-F238E27FC236}">
                  <a16:creationId xmlns:a16="http://schemas.microsoft.com/office/drawing/2014/main" id="{C32533BF-EAB9-4C5A-8327-DA4D2942F767}"/>
                </a:ext>
              </a:extLst>
            </p:cNvPr>
            <p:cNvCxnSpPr>
              <a:cxnSpLocks/>
            </p:cNvCxnSpPr>
            <p:nvPr/>
          </p:nvCxnSpPr>
          <p:spPr>
            <a:xfrm>
              <a:off x="1388853" y="620733"/>
              <a:ext cx="0" cy="1260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Szövegdoboz 46">
              <a:extLst>
                <a:ext uri="{FF2B5EF4-FFF2-40B4-BE49-F238E27FC236}">
                  <a16:creationId xmlns:a16="http://schemas.microsoft.com/office/drawing/2014/main" id="{DB67AD08-3D5A-4C55-94EE-46C2DB404915}"/>
                </a:ext>
              </a:extLst>
            </p:cNvPr>
            <p:cNvSpPr txBox="1"/>
            <p:nvPr/>
          </p:nvSpPr>
          <p:spPr>
            <a:xfrm>
              <a:off x="1466489" y="721590"/>
              <a:ext cx="2587921" cy="815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/>
                </a:rPr>
                <a:t>Kerüld</a:t>
              </a:r>
            </a:p>
            <a:p>
              <a:r>
                <a:rPr lang="hu-HU" sz="1500" dirty="0">
                  <a:solidFill>
                    <a:schemeClr val="bg1"/>
                  </a:solidFill>
                  <a:latin typeface="Open Sans"/>
                </a:rPr>
                <a:t>a túl erős napsütést!</a:t>
              </a:r>
            </a:p>
          </p:txBody>
        </p:sp>
      </p:grpSp>
      <p:grpSp>
        <p:nvGrpSpPr>
          <p:cNvPr id="53" name="Csoportba foglalás 52">
            <a:extLst>
              <a:ext uri="{FF2B5EF4-FFF2-40B4-BE49-F238E27FC236}">
                <a16:creationId xmlns:a16="http://schemas.microsoft.com/office/drawing/2014/main" id="{A4FEDA99-CE0A-41F0-A2D6-17FAD525E915}"/>
              </a:ext>
            </a:extLst>
          </p:cNvPr>
          <p:cNvGrpSpPr/>
          <p:nvPr/>
        </p:nvGrpSpPr>
        <p:grpSpPr>
          <a:xfrm>
            <a:off x="-3528204" y="1970733"/>
            <a:ext cx="9319309" cy="1350000"/>
            <a:chOff x="-3528204" y="1970733"/>
            <a:chExt cx="9319309" cy="1350000"/>
          </a:xfrm>
        </p:grpSpPr>
        <p:grpSp>
          <p:nvGrpSpPr>
            <p:cNvPr id="18" name="Csoportba foglalás 17">
              <a:extLst>
                <a:ext uri="{FF2B5EF4-FFF2-40B4-BE49-F238E27FC236}">
                  <a16:creationId xmlns:a16="http://schemas.microsoft.com/office/drawing/2014/main" id="{CDACA149-15C8-4DB3-A35F-7F0B540DE06A}"/>
                </a:ext>
              </a:extLst>
            </p:cNvPr>
            <p:cNvGrpSpPr/>
            <p:nvPr/>
          </p:nvGrpSpPr>
          <p:grpSpPr>
            <a:xfrm>
              <a:off x="-3528204" y="1970733"/>
              <a:ext cx="9319309" cy="1350000"/>
              <a:chOff x="-584201" y="575734"/>
              <a:chExt cx="7382934" cy="1350000"/>
            </a:xfrm>
          </p:grpSpPr>
          <p:sp>
            <p:nvSpPr>
              <p:cNvPr id="19" name="Téglalap: lekerekített 18">
                <a:extLst>
                  <a:ext uri="{FF2B5EF4-FFF2-40B4-BE49-F238E27FC236}">
                    <a16:creationId xmlns:a16="http://schemas.microsoft.com/office/drawing/2014/main" id="{1DF69BDF-0516-451E-8914-437CAF5E031E}"/>
                  </a:ext>
                </a:extLst>
              </p:cNvPr>
              <p:cNvSpPr/>
              <p:nvPr/>
            </p:nvSpPr>
            <p:spPr>
              <a:xfrm>
                <a:off x="-584201" y="575734"/>
                <a:ext cx="7382934" cy="1350000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0" name="Ellipszis 19">
                <a:extLst>
                  <a:ext uri="{FF2B5EF4-FFF2-40B4-BE49-F238E27FC236}">
                    <a16:creationId xmlns:a16="http://schemas.microsoft.com/office/drawing/2014/main" id="{7286011B-6AE4-4F07-8DC7-6122EF50C372}"/>
                  </a:ext>
                </a:extLst>
              </p:cNvPr>
              <p:cNvSpPr/>
              <p:nvPr/>
            </p:nvSpPr>
            <p:spPr>
              <a:xfrm>
                <a:off x="5739321" y="620734"/>
                <a:ext cx="998196" cy="12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hu-HU" sz="3200" dirty="0">
                    <a:solidFill>
                      <a:srgbClr val="0070C0"/>
                    </a:solidFill>
                    <a:latin typeface="Open Sans"/>
                  </a:rPr>
                  <a:t>2.</a:t>
                </a:r>
              </a:p>
            </p:txBody>
          </p:sp>
        </p:grpSp>
        <p:pic>
          <p:nvPicPr>
            <p:cNvPr id="32" name="Kép 31">
              <a:extLst>
                <a:ext uri="{FF2B5EF4-FFF2-40B4-BE49-F238E27FC236}">
                  <a16:creationId xmlns:a16="http://schemas.microsoft.com/office/drawing/2014/main" id="{02D8D891-FE0D-4806-9685-C58F20EA7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248" y="2195733"/>
              <a:ext cx="964286" cy="900000"/>
            </a:xfrm>
            <a:prstGeom prst="rect">
              <a:avLst/>
            </a:prstGeom>
          </p:spPr>
        </p:pic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39D6B6F9-31E8-4ED3-9CB2-014E677E9223}"/>
                </a:ext>
              </a:extLst>
            </p:cNvPr>
            <p:cNvCxnSpPr>
              <a:cxnSpLocks/>
            </p:cNvCxnSpPr>
            <p:nvPr/>
          </p:nvCxnSpPr>
          <p:spPr>
            <a:xfrm>
              <a:off x="1388853" y="2015733"/>
              <a:ext cx="0" cy="1260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Szövegdoboz 47">
              <a:extLst>
                <a:ext uri="{FF2B5EF4-FFF2-40B4-BE49-F238E27FC236}">
                  <a16:creationId xmlns:a16="http://schemas.microsoft.com/office/drawing/2014/main" id="{488BB9F0-8BD2-4047-B868-726CD607F991}"/>
                </a:ext>
              </a:extLst>
            </p:cNvPr>
            <p:cNvSpPr txBox="1"/>
            <p:nvPr/>
          </p:nvSpPr>
          <p:spPr>
            <a:xfrm>
              <a:off x="1466489" y="2119821"/>
              <a:ext cx="2587921" cy="815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/>
                </a:rPr>
                <a:t>Fedd</a:t>
              </a:r>
            </a:p>
            <a:p>
              <a:r>
                <a:rPr lang="hu-HU" sz="1500" dirty="0">
                  <a:solidFill>
                    <a:schemeClr val="bg1"/>
                  </a:solidFill>
                  <a:latin typeface="Open Sans"/>
                </a:rPr>
                <a:t>el a testedet!</a:t>
              </a:r>
            </a:p>
          </p:txBody>
        </p:sp>
      </p:grpSp>
      <p:grpSp>
        <p:nvGrpSpPr>
          <p:cNvPr id="54" name="Csoportba foglalás 53">
            <a:extLst>
              <a:ext uri="{FF2B5EF4-FFF2-40B4-BE49-F238E27FC236}">
                <a16:creationId xmlns:a16="http://schemas.microsoft.com/office/drawing/2014/main" id="{527752E5-0ED0-488F-BF3D-AC00A4ABC4AB}"/>
              </a:ext>
            </a:extLst>
          </p:cNvPr>
          <p:cNvGrpSpPr/>
          <p:nvPr/>
        </p:nvGrpSpPr>
        <p:grpSpPr>
          <a:xfrm>
            <a:off x="-2104846" y="3365733"/>
            <a:ext cx="9319309" cy="1350000"/>
            <a:chOff x="-2104846" y="3365733"/>
            <a:chExt cx="9319309" cy="1350000"/>
          </a:xfrm>
        </p:grpSpPr>
        <p:grpSp>
          <p:nvGrpSpPr>
            <p:cNvPr id="21" name="Csoportba foglalás 20">
              <a:extLst>
                <a:ext uri="{FF2B5EF4-FFF2-40B4-BE49-F238E27FC236}">
                  <a16:creationId xmlns:a16="http://schemas.microsoft.com/office/drawing/2014/main" id="{9D749FB0-ED4C-4B18-AD32-D677A6ABF170}"/>
                </a:ext>
              </a:extLst>
            </p:cNvPr>
            <p:cNvGrpSpPr/>
            <p:nvPr/>
          </p:nvGrpSpPr>
          <p:grpSpPr>
            <a:xfrm>
              <a:off x="-2104846" y="3365733"/>
              <a:ext cx="9319309" cy="1350000"/>
              <a:chOff x="-584201" y="575734"/>
              <a:chExt cx="7382934" cy="1350000"/>
            </a:xfrm>
          </p:grpSpPr>
          <p:sp>
            <p:nvSpPr>
              <p:cNvPr id="22" name="Téglalap: lekerekített 21">
                <a:extLst>
                  <a:ext uri="{FF2B5EF4-FFF2-40B4-BE49-F238E27FC236}">
                    <a16:creationId xmlns:a16="http://schemas.microsoft.com/office/drawing/2014/main" id="{FC9D200C-38D0-4EDE-8C33-9D088C47D025}"/>
                  </a:ext>
                </a:extLst>
              </p:cNvPr>
              <p:cNvSpPr/>
              <p:nvPr/>
            </p:nvSpPr>
            <p:spPr>
              <a:xfrm>
                <a:off x="-584201" y="575734"/>
                <a:ext cx="7382934" cy="135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3" name="Ellipszis 22">
                <a:extLst>
                  <a:ext uri="{FF2B5EF4-FFF2-40B4-BE49-F238E27FC236}">
                    <a16:creationId xmlns:a16="http://schemas.microsoft.com/office/drawing/2014/main" id="{104D4386-AA4D-4126-BBAD-E19BEF7AFC91}"/>
                  </a:ext>
                </a:extLst>
              </p:cNvPr>
              <p:cNvSpPr/>
              <p:nvPr/>
            </p:nvSpPr>
            <p:spPr>
              <a:xfrm>
                <a:off x="5739321" y="620734"/>
                <a:ext cx="998196" cy="12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hu-HU" sz="3200" dirty="0">
                    <a:solidFill>
                      <a:schemeClr val="accent1">
                        <a:lumMod val="75000"/>
                      </a:schemeClr>
                    </a:solidFill>
                    <a:latin typeface="Open Sans"/>
                  </a:rPr>
                  <a:t>3.</a:t>
                </a:r>
              </a:p>
            </p:txBody>
          </p:sp>
        </p:grpSp>
        <p:pic>
          <p:nvPicPr>
            <p:cNvPr id="33" name="Kép 32">
              <a:extLst>
                <a:ext uri="{FF2B5EF4-FFF2-40B4-BE49-F238E27FC236}">
                  <a16:creationId xmlns:a16="http://schemas.microsoft.com/office/drawing/2014/main" id="{6D306BE6-2CAC-4392-BFA0-4E72AC7EB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248" y="3584166"/>
              <a:ext cx="964286" cy="900000"/>
            </a:xfrm>
            <a:prstGeom prst="rect">
              <a:avLst/>
            </a:prstGeom>
          </p:spPr>
        </p:pic>
        <p:cxnSp>
          <p:nvCxnSpPr>
            <p:cNvPr id="43" name="Egyenes összekötő 42">
              <a:extLst>
                <a:ext uri="{FF2B5EF4-FFF2-40B4-BE49-F238E27FC236}">
                  <a16:creationId xmlns:a16="http://schemas.microsoft.com/office/drawing/2014/main" id="{248EEB78-B446-40AF-8F17-D3BCC120F61A}"/>
                </a:ext>
              </a:extLst>
            </p:cNvPr>
            <p:cNvCxnSpPr>
              <a:cxnSpLocks/>
            </p:cNvCxnSpPr>
            <p:nvPr/>
          </p:nvCxnSpPr>
          <p:spPr>
            <a:xfrm>
              <a:off x="1385978" y="3428133"/>
              <a:ext cx="0" cy="1260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954227D1-521B-4CF8-B29C-A470E2B1DCE3}"/>
                </a:ext>
              </a:extLst>
            </p:cNvPr>
            <p:cNvSpPr txBox="1"/>
            <p:nvPr/>
          </p:nvSpPr>
          <p:spPr>
            <a:xfrm>
              <a:off x="1466489" y="3519025"/>
              <a:ext cx="2587921" cy="815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/>
                </a:rPr>
                <a:t>Ismerd</a:t>
              </a:r>
            </a:p>
            <a:p>
              <a:r>
                <a:rPr lang="hu-HU" sz="1500" dirty="0">
                  <a:solidFill>
                    <a:schemeClr val="bg1"/>
                  </a:solidFill>
                  <a:latin typeface="Open Sans"/>
                </a:rPr>
                <a:t>meg a napvédőket!</a:t>
              </a:r>
            </a:p>
          </p:txBody>
        </p: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120FA7C-D81A-46C4-B684-B828194DC95F}"/>
              </a:ext>
            </a:extLst>
          </p:cNvPr>
          <p:cNvGrpSpPr/>
          <p:nvPr/>
        </p:nvGrpSpPr>
        <p:grpSpPr>
          <a:xfrm>
            <a:off x="-1164566" y="4760733"/>
            <a:ext cx="9319309" cy="1350000"/>
            <a:chOff x="-1164566" y="4760733"/>
            <a:chExt cx="9319309" cy="1350000"/>
          </a:xfrm>
        </p:grpSpPr>
        <p:grpSp>
          <p:nvGrpSpPr>
            <p:cNvPr id="24" name="Csoportba foglalás 23">
              <a:extLst>
                <a:ext uri="{FF2B5EF4-FFF2-40B4-BE49-F238E27FC236}">
                  <a16:creationId xmlns:a16="http://schemas.microsoft.com/office/drawing/2014/main" id="{A26B8F4E-EB6D-4A54-B4AF-70FFA4524145}"/>
                </a:ext>
              </a:extLst>
            </p:cNvPr>
            <p:cNvGrpSpPr/>
            <p:nvPr/>
          </p:nvGrpSpPr>
          <p:grpSpPr>
            <a:xfrm>
              <a:off x="-1164566" y="4760733"/>
              <a:ext cx="9319309" cy="1350000"/>
              <a:chOff x="-584201" y="575734"/>
              <a:chExt cx="7382934" cy="1350000"/>
            </a:xfrm>
          </p:grpSpPr>
          <p:sp>
            <p:nvSpPr>
              <p:cNvPr id="25" name="Téglalap: lekerekített 24">
                <a:extLst>
                  <a:ext uri="{FF2B5EF4-FFF2-40B4-BE49-F238E27FC236}">
                    <a16:creationId xmlns:a16="http://schemas.microsoft.com/office/drawing/2014/main" id="{5D934854-C969-481C-A62A-1605E12E1452}"/>
                  </a:ext>
                </a:extLst>
              </p:cNvPr>
              <p:cNvSpPr/>
              <p:nvPr/>
            </p:nvSpPr>
            <p:spPr>
              <a:xfrm>
                <a:off x="-584201" y="575734"/>
                <a:ext cx="7382934" cy="135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6" name="Ellipszis 25">
                <a:extLst>
                  <a:ext uri="{FF2B5EF4-FFF2-40B4-BE49-F238E27FC236}">
                    <a16:creationId xmlns:a16="http://schemas.microsoft.com/office/drawing/2014/main" id="{24558083-658C-4E68-A110-B47CEE9F7036}"/>
                  </a:ext>
                </a:extLst>
              </p:cNvPr>
              <p:cNvSpPr/>
              <p:nvPr/>
            </p:nvSpPr>
            <p:spPr>
              <a:xfrm>
                <a:off x="5739321" y="620734"/>
                <a:ext cx="998196" cy="12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hu-HU" sz="3200" dirty="0">
                    <a:solidFill>
                      <a:schemeClr val="accent1">
                        <a:lumMod val="50000"/>
                      </a:schemeClr>
                    </a:solidFill>
                    <a:latin typeface="Open Sans"/>
                  </a:rPr>
                  <a:t>4.</a:t>
                </a:r>
              </a:p>
            </p:txBody>
          </p:sp>
        </p:grpSp>
        <p:pic>
          <p:nvPicPr>
            <p:cNvPr id="34" name="Kép 33">
              <a:extLst>
                <a:ext uri="{FF2B5EF4-FFF2-40B4-BE49-F238E27FC236}">
                  <a16:creationId xmlns:a16="http://schemas.microsoft.com/office/drawing/2014/main" id="{F6605A6F-56CA-4100-908B-B2FED3808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27" y="4985733"/>
              <a:ext cx="964286" cy="900000"/>
            </a:xfrm>
            <a:prstGeom prst="rect">
              <a:avLst/>
            </a:prstGeom>
          </p:spPr>
        </p:pic>
        <p:cxnSp>
          <p:nvCxnSpPr>
            <p:cNvPr id="44" name="Egyenes összekötő 43">
              <a:extLst>
                <a:ext uri="{FF2B5EF4-FFF2-40B4-BE49-F238E27FC236}">
                  <a16:creationId xmlns:a16="http://schemas.microsoft.com/office/drawing/2014/main" id="{8312CEB1-1054-4C29-8AB4-C6D839975CA5}"/>
                </a:ext>
              </a:extLst>
            </p:cNvPr>
            <p:cNvCxnSpPr>
              <a:cxnSpLocks/>
            </p:cNvCxnSpPr>
            <p:nvPr/>
          </p:nvCxnSpPr>
          <p:spPr>
            <a:xfrm>
              <a:off x="1385978" y="4805733"/>
              <a:ext cx="0" cy="126000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Szövegdoboz 49">
              <a:extLst>
                <a:ext uri="{FF2B5EF4-FFF2-40B4-BE49-F238E27FC236}">
                  <a16:creationId xmlns:a16="http://schemas.microsoft.com/office/drawing/2014/main" id="{629D6CAD-EA96-4001-BF95-46EA05CE6EA1}"/>
                </a:ext>
              </a:extLst>
            </p:cNvPr>
            <p:cNvSpPr txBox="1"/>
            <p:nvPr/>
          </p:nvSpPr>
          <p:spPr>
            <a:xfrm>
              <a:off x="1466489" y="4912513"/>
              <a:ext cx="2587921" cy="1046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/>
                </a:rPr>
                <a:t>Védd</a:t>
              </a:r>
            </a:p>
            <a:p>
              <a:r>
                <a:rPr lang="hu-HU" sz="1500" dirty="0">
                  <a:solidFill>
                    <a:schemeClr val="bg1"/>
                  </a:solidFill>
                  <a:latin typeface="Open Sans"/>
                </a:rPr>
                <a:t>a gyermekeket a közvetlen napsugárzás ellen!</a:t>
              </a:r>
            </a:p>
          </p:txBody>
        </p:sp>
      </p:grp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EEE18E59-E09D-4BE4-91F0-0633DF4D3B88}"/>
              </a:ext>
            </a:extLst>
          </p:cNvPr>
          <p:cNvSpPr txBox="1"/>
          <p:nvPr/>
        </p:nvSpPr>
        <p:spPr>
          <a:xfrm>
            <a:off x="7137191" y="575733"/>
            <a:ext cx="4583137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4000" b="1" cap="all" dirty="0">
                <a:solidFill>
                  <a:schemeClr val="bg1">
                    <a:lumMod val="50000"/>
                  </a:schemeClr>
                </a:solidFill>
                <a:latin typeface="Open Sans"/>
              </a:rPr>
              <a:t>A NAPOZÁS ARANYSZABÁLYAI</a:t>
            </a:r>
          </a:p>
        </p:txBody>
      </p:sp>
    </p:spTree>
    <p:extLst>
      <p:ext uri="{BB962C8B-B14F-4D97-AF65-F5344CB8AC3E}">
        <p14:creationId xmlns:p14="http://schemas.microsoft.com/office/powerpoint/2010/main" val="100227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Szélesvásznú</PresentationFormat>
  <Paragraphs>13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Open Sans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Ódor Artúr</dc:creator>
  <cp:lastModifiedBy>Ódor Artúr</cp:lastModifiedBy>
  <cp:revision>4</cp:revision>
  <dcterms:created xsi:type="dcterms:W3CDTF">2026-09-19T16:47:38Z</dcterms:created>
  <dcterms:modified xsi:type="dcterms:W3CDTF">2026-09-19T17:23:37Z</dcterms:modified>
</cp:coreProperties>
</file>