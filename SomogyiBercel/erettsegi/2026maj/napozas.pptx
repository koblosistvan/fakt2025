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31" autoAdjust="0"/>
  </p:normalViewPr>
  <p:slideViewPr>
    <p:cSldViewPr snapToGrid="0">
      <p:cViewPr>
        <p:scale>
          <a:sx n="50" d="100"/>
          <a:sy n="50" d="100"/>
        </p:scale>
        <p:origin x="1998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85C26F-2E85-1D7E-FFB0-3CEAA5FF7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AA48F29-D69B-B442-51A4-01BB0200B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5D15662-9537-0E54-0428-656580A3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C4894D7-EB32-B520-91D3-12BB2AFA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B414D7-5523-C534-7736-23AD0B1D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97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363CF0-66EA-0DC5-C26C-70992077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3F0A48-9397-B4E5-C4AC-8C4B17239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3FF13C-B4EA-55C9-FB26-48B521539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A01F44-13EB-0994-72B0-BF3A63FF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D2FD70E-FF52-E7E9-F718-C0F1F632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81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7D3B97-AD19-1FC3-DAD3-41657F1E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B8AAB1B-AF2D-BCC7-016A-D96C8DB36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E7DB04-D383-8C2C-B483-92BF4A92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9AC92E0-623B-670E-6296-0B83EAAB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1A8581-F78B-C708-D260-A1B5C2EB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955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FF5250-3BF1-9A4B-EB18-645380A1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A0C9C7-5249-9BE1-14F4-9547EF124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E5D3858-4E27-A2BF-099D-B296EDACC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C8950B6-D24B-DDBD-536D-BE9EB498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C02F970-9516-AB62-B4FB-C0D90B67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2EB9979-C98B-EC1D-0230-E9EE6413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197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F53144-2702-54B3-8103-EE44F5CF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E1135CD-8013-D720-B366-21A114AC3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199824B-47DA-7514-5DF3-C1A182259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B785C0F-640A-F308-723D-B0E00648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A712C46-8F57-7E7B-5839-5D578AEDB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9E86654-361A-32C1-5DE0-8BD51C41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4BCED68-C3F4-E895-821E-912CEE00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21C5DA4-E615-D521-3876-4C211CF5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67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BE6203-3711-137E-6FF9-CEA28012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DDA29F4-8649-6D20-D429-77898688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59F33C3-4BB2-8760-FC50-389B476D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4E7ABEF-2E32-DA56-20D6-9BAF6DE7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719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D99335C-7C6F-80B8-50F3-B5559879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1C967BD-4FFB-08C8-C709-6DC6CFD6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05DF1B0-6B67-EB7E-A4D2-521A4370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491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E59ACE-A514-662D-03FF-115C16E9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1C6001-7BB6-B4BA-FB88-5D02D1861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547CF87-5EF8-75C4-9869-F41B4BE15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E098C00-CDC2-46A2-6BDB-7B9EA647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048076A-12AD-B607-44C7-B601E55CC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BDB436E-480A-03DC-831D-F572F937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247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612789-6032-E891-EDAF-A64CAEB3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E621D75-0A7D-B066-0456-50BAF73A0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74F339B-0A3F-7722-C1C4-D5F848C9A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E69CFFA-E5AE-0DF4-D2B7-68E72003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D71413B-9630-A5A0-3E46-B34E3019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1529360-D89E-4B4E-848B-B85BB91E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288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45BEAF-BC9D-2F32-DCE7-4067FA84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2279BBC-D7AA-EA2D-4544-9BB81C38D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954084-7F7F-5E89-82EC-554C451E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D5F5F14-CFB8-FF8B-C7AE-14FFEF57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F3DFB72-0D4A-F978-C138-80A1004F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359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7E757EF-2E6B-6D6A-C6BB-644F2B48D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20BCA7F-A223-8087-D540-4BC5DAC93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ED8549-7920-D39E-202D-DEBCF0C5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6E98DD7-A6E2-EB6C-2DCE-AF1432FD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BC9ACA8-6536-D1BE-584C-C284466E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962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B750287-1BC6-E8D9-EBE9-AF8387DA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9E23C4-0E58-23B2-253F-A8DA5E9D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3E185B-52E6-CE59-AD6A-3618D2299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A9CF0-7B77-4BAF-A2BC-43DE8032492B}" type="datetimeFigureOut">
              <a:rPr lang="hu-HU" smtClean="0"/>
              <a:t>2026. 09. 23.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4973A21-019E-4A16-A94A-F06BFEA10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9EADC6-F392-F192-B022-B214C7EE0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0077E-2516-4622-B79F-4A9B915768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378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zövegdoboz 46">
            <a:extLst>
              <a:ext uri="{FF2B5EF4-FFF2-40B4-BE49-F238E27FC236}">
                <a16:creationId xmlns:a16="http://schemas.microsoft.com/office/drawing/2014/main" id="{BE8BD471-67CA-33C6-B57C-62570ED418F6}"/>
              </a:ext>
            </a:extLst>
          </p:cNvPr>
          <p:cNvSpPr txBox="1"/>
          <p:nvPr/>
        </p:nvSpPr>
        <p:spPr>
          <a:xfrm>
            <a:off x="7556501" y="593561"/>
            <a:ext cx="4635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cap="all" spc="1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</a:rPr>
              <a:t>A napozás aranyszabályai</a:t>
            </a:r>
          </a:p>
        </p:txBody>
      </p:sp>
      <p:grpSp>
        <p:nvGrpSpPr>
          <p:cNvPr id="65" name="Csoportba foglalás 64">
            <a:extLst>
              <a:ext uri="{FF2B5EF4-FFF2-40B4-BE49-F238E27FC236}">
                <a16:creationId xmlns:a16="http://schemas.microsoft.com/office/drawing/2014/main" id="{3DC1D270-68A6-66FA-309E-D654D5738EB3}"/>
              </a:ext>
            </a:extLst>
          </p:cNvPr>
          <p:cNvGrpSpPr/>
          <p:nvPr/>
        </p:nvGrpSpPr>
        <p:grpSpPr>
          <a:xfrm>
            <a:off x="-2285700" y="549000"/>
            <a:ext cx="8928100" cy="1440000"/>
            <a:chOff x="-2285700" y="549000"/>
            <a:chExt cx="8928100" cy="1440000"/>
          </a:xfrm>
        </p:grpSpPr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7A241AFB-D150-3912-67C1-BCF164DD971A}"/>
                </a:ext>
              </a:extLst>
            </p:cNvPr>
            <p:cNvGrpSpPr/>
            <p:nvPr/>
          </p:nvGrpSpPr>
          <p:grpSpPr>
            <a:xfrm>
              <a:off x="-2285700" y="549000"/>
              <a:ext cx="8928100" cy="1440000"/>
              <a:chOff x="-1727200" y="536280"/>
              <a:chExt cx="8928100" cy="1440000"/>
            </a:xfrm>
          </p:grpSpPr>
          <p:sp>
            <p:nvSpPr>
              <p:cNvPr id="11" name="Téglalap: lekerekített 10">
                <a:extLst>
                  <a:ext uri="{FF2B5EF4-FFF2-40B4-BE49-F238E27FC236}">
                    <a16:creationId xmlns:a16="http://schemas.microsoft.com/office/drawing/2014/main" id="{87FC7AD2-495D-8E01-9F2B-EB9E800D2E3F}"/>
                  </a:ext>
                </a:extLst>
              </p:cNvPr>
              <p:cNvSpPr/>
              <p:nvPr/>
            </p:nvSpPr>
            <p:spPr>
              <a:xfrm>
                <a:off x="-1727200" y="536280"/>
                <a:ext cx="8928100" cy="144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8" name="Ellipszis 17">
                <a:extLst>
                  <a:ext uri="{FF2B5EF4-FFF2-40B4-BE49-F238E27FC236}">
                    <a16:creationId xmlns:a16="http://schemas.microsoft.com/office/drawing/2014/main" id="{69F13515-E2B1-E438-0706-CB3EBCD56269}"/>
                  </a:ext>
                </a:extLst>
              </p:cNvPr>
              <p:cNvSpPr/>
              <p:nvPr/>
            </p:nvSpPr>
            <p:spPr>
              <a:xfrm>
                <a:off x="5791200" y="608280"/>
                <a:ext cx="1296000" cy="1296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8000" dirty="0">
                    <a:solidFill>
                      <a:schemeClr val="tx2">
                        <a:lumMod val="25000"/>
                        <a:lumOff val="75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1</a:t>
                </a:r>
              </a:p>
            </p:txBody>
          </p:sp>
        </p:grpSp>
        <p:grpSp>
          <p:nvGrpSpPr>
            <p:cNvPr id="49" name="Csoportba foglalás 48">
              <a:extLst>
                <a:ext uri="{FF2B5EF4-FFF2-40B4-BE49-F238E27FC236}">
                  <a16:creationId xmlns:a16="http://schemas.microsoft.com/office/drawing/2014/main" id="{1625A17F-0E95-ED74-5006-310CEC63BAF0}"/>
                </a:ext>
              </a:extLst>
            </p:cNvPr>
            <p:cNvGrpSpPr/>
            <p:nvPr/>
          </p:nvGrpSpPr>
          <p:grpSpPr>
            <a:xfrm>
              <a:off x="187786" y="896788"/>
              <a:ext cx="3381429" cy="800000"/>
              <a:chOff x="187786" y="896788"/>
              <a:chExt cx="3381429" cy="800000"/>
            </a:xfrm>
          </p:grpSpPr>
          <p:pic>
            <p:nvPicPr>
              <p:cNvPr id="31" name="Kép 30">
                <a:extLst>
                  <a:ext uri="{FF2B5EF4-FFF2-40B4-BE49-F238E27FC236}">
                    <a16:creationId xmlns:a16="http://schemas.microsoft.com/office/drawing/2014/main" id="{0EFE6143-D2F6-D8E0-F6BC-8DB8F6DA70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786" y="896788"/>
                <a:ext cx="857143" cy="800000"/>
              </a:xfrm>
              <a:prstGeom prst="rect">
                <a:avLst/>
              </a:prstGeom>
            </p:spPr>
          </p:pic>
          <p:sp>
            <p:nvSpPr>
              <p:cNvPr id="36" name="Téglalap 35">
                <a:extLst>
                  <a:ext uri="{FF2B5EF4-FFF2-40B4-BE49-F238E27FC236}">
                    <a16:creationId xmlns:a16="http://schemas.microsoft.com/office/drawing/2014/main" id="{FFD4BC55-E426-5511-1676-771B21670FD0}"/>
                  </a:ext>
                </a:extLst>
              </p:cNvPr>
              <p:cNvSpPr/>
              <p:nvPr/>
            </p:nvSpPr>
            <p:spPr>
              <a:xfrm>
                <a:off x="1211745" y="911363"/>
                <a:ext cx="50800" cy="72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48" name="Szövegdoboz 47">
                <a:extLst>
                  <a:ext uri="{FF2B5EF4-FFF2-40B4-BE49-F238E27FC236}">
                    <a16:creationId xmlns:a16="http://schemas.microsoft.com/office/drawing/2014/main" id="{21704DA0-4983-8025-5510-49E29477C771}"/>
                  </a:ext>
                </a:extLst>
              </p:cNvPr>
              <p:cNvSpPr txBox="1"/>
              <p:nvPr/>
            </p:nvSpPr>
            <p:spPr>
              <a:xfrm>
                <a:off x="1262545" y="909725"/>
                <a:ext cx="2306670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6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Kerüld</a:t>
                </a:r>
              </a:p>
              <a:p>
                <a:r>
                  <a:rPr lang="hu-HU" sz="15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túl erős napsütést!</a:t>
                </a:r>
              </a:p>
            </p:txBody>
          </p:sp>
        </p:grpSp>
      </p:grpSp>
      <p:grpSp>
        <p:nvGrpSpPr>
          <p:cNvPr id="64" name="Csoportba foglalás 63">
            <a:extLst>
              <a:ext uri="{FF2B5EF4-FFF2-40B4-BE49-F238E27FC236}">
                <a16:creationId xmlns:a16="http://schemas.microsoft.com/office/drawing/2014/main" id="{3068348F-ECC5-E92C-BF08-0D4DC2A17B4C}"/>
              </a:ext>
            </a:extLst>
          </p:cNvPr>
          <p:cNvGrpSpPr/>
          <p:nvPr/>
        </p:nvGrpSpPr>
        <p:grpSpPr>
          <a:xfrm>
            <a:off x="-3060100" y="1989000"/>
            <a:ext cx="8928100" cy="1440000"/>
            <a:chOff x="-3060100" y="1989000"/>
            <a:chExt cx="8928100" cy="1440000"/>
          </a:xfrm>
        </p:grpSpPr>
        <p:grpSp>
          <p:nvGrpSpPr>
            <p:cNvPr id="20" name="Csoportba foglalás 19">
              <a:extLst>
                <a:ext uri="{FF2B5EF4-FFF2-40B4-BE49-F238E27FC236}">
                  <a16:creationId xmlns:a16="http://schemas.microsoft.com/office/drawing/2014/main" id="{E8274ADA-4E49-386A-2BAE-3154ED68B208}"/>
                </a:ext>
              </a:extLst>
            </p:cNvPr>
            <p:cNvGrpSpPr/>
            <p:nvPr/>
          </p:nvGrpSpPr>
          <p:grpSpPr>
            <a:xfrm>
              <a:off x="-3060100" y="1989000"/>
              <a:ext cx="8928100" cy="1440000"/>
              <a:chOff x="-1727200" y="536280"/>
              <a:chExt cx="8928100" cy="1440000"/>
            </a:xfrm>
          </p:grpSpPr>
          <p:sp>
            <p:nvSpPr>
              <p:cNvPr id="21" name="Téglalap: lekerekített 20">
                <a:extLst>
                  <a:ext uri="{FF2B5EF4-FFF2-40B4-BE49-F238E27FC236}">
                    <a16:creationId xmlns:a16="http://schemas.microsoft.com/office/drawing/2014/main" id="{BFCFC267-36B1-09CF-F4EF-35D313AF0735}"/>
                  </a:ext>
                </a:extLst>
              </p:cNvPr>
              <p:cNvSpPr/>
              <p:nvPr/>
            </p:nvSpPr>
            <p:spPr>
              <a:xfrm>
                <a:off x="-1727200" y="536280"/>
                <a:ext cx="8928100" cy="144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2" name="Ellipszis 21">
                <a:extLst>
                  <a:ext uri="{FF2B5EF4-FFF2-40B4-BE49-F238E27FC236}">
                    <a16:creationId xmlns:a16="http://schemas.microsoft.com/office/drawing/2014/main" id="{569567B9-B667-F9AE-F4F9-FED88217B279}"/>
                  </a:ext>
                </a:extLst>
              </p:cNvPr>
              <p:cNvSpPr/>
              <p:nvPr/>
            </p:nvSpPr>
            <p:spPr>
              <a:xfrm>
                <a:off x="5791200" y="608280"/>
                <a:ext cx="1296000" cy="1296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80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</a:t>
                </a:r>
              </a:p>
            </p:txBody>
          </p:sp>
        </p:grpSp>
        <p:grpSp>
          <p:nvGrpSpPr>
            <p:cNvPr id="50" name="Csoportba foglalás 49">
              <a:extLst>
                <a:ext uri="{FF2B5EF4-FFF2-40B4-BE49-F238E27FC236}">
                  <a16:creationId xmlns:a16="http://schemas.microsoft.com/office/drawing/2014/main" id="{9842361C-9E03-E7B6-0D49-3164B27E82BA}"/>
                </a:ext>
              </a:extLst>
            </p:cNvPr>
            <p:cNvGrpSpPr/>
            <p:nvPr/>
          </p:nvGrpSpPr>
          <p:grpSpPr>
            <a:xfrm>
              <a:off x="187786" y="2308980"/>
              <a:ext cx="3381429" cy="800000"/>
              <a:chOff x="187786" y="896788"/>
              <a:chExt cx="3381429" cy="800000"/>
            </a:xfrm>
          </p:grpSpPr>
          <p:pic>
            <p:nvPicPr>
              <p:cNvPr id="51" name="Kép 50">
                <a:extLst>
                  <a:ext uri="{FF2B5EF4-FFF2-40B4-BE49-F238E27FC236}">
                    <a16:creationId xmlns:a16="http://schemas.microsoft.com/office/drawing/2014/main" id="{7210AA57-1116-5D95-C879-444D8E4C0E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786" y="896788"/>
                <a:ext cx="857143" cy="800000"/>
              </a:xfrm>
              <a:prstGeom prst="rect">
                <a:avLst/>
              </a:prstGeom>
            </p:spPr>
          </p:pic>
          <p:sp>
            <p:nvSpPr>
              <p:cNvPr id="52" name="Téglalap 51">
                <a:extLst>
                  <a:ext uri="{FF2B5EF4-FFF2-40B4-BE49-F238E27FC236}">
                    <a16:creationId xmlns:a16="http://schemas.microsoft.com/office/drawing/2014/main" id="{F2386C63-2D4B-88E7-79B9-EED42B5154B9}"/>
                  </a:ext>
                </a:extLst>
              </p:cNvPr>
              <p:cNvSpPr/>
              <p:nvPr/>
            </p:nvSpPr>
            <p:spPr>
              <a:xfrm>
                <a:off x="1211745" y="911363"/>
                <a:ext cx="50800" cy="72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Szövegdoboz 52">
                <a:extLst>
                  <a:ext uri="{FF2B5EF4-FFF2-40B4-BE49-F238E27FC236}">
                    <a16:creationId xmlns:a16="http://schemas.microsoft.com/office/drawing/2014/main" id="{0C4C57EC-D702-566F-FF9E-CB75E6682C20}"/>
                  </a:ext>
                </a:extLst>
              </p:cNvPr>
              <p:cNvSpPr txBox="1"/>
              <p:nvPr/>
            </p:nvSpPr>
            <p:spPr>
              <a:xfrm>
                <a:off x="1262545" y="909725"/>
                <a:ext cx="2306670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6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Fedd</a:t>
                </a:r>
              </a:p>
              <a:p>
                <a:r>
                  <a:rPr lang="hu-HU" sz="15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el testedet!</a:t>
                </a:r>
              </a:p>
            </p:txBody>
          </p:sp>
        </p:grpSp>
      </p:grpSp>
      <p:grpSp>
        <p:nvGrpSpPr>
          <p:cNvPr id="63" name="Csoportba foglalás 62">
            <a:extLst>
              <a:ext uri="{FF2B5EF4-FFF2-40B4-BE49-F238E27FC236}">
                <a16:creationId xmlns:a16="http://schemas.microsoft.com/office/drawing/2014/main" id="{30A81662-BD08-C0A4-CE82-9D2FFEA8B602}"/>
              </a:ext>
            </a:extLst>
          </p:cNvPr>
          <p:cNvGrpSpPr/>
          <p:nvPr/>
        </p:nvGrpSpPr>
        <p:grpSpPr>
          <a:xfrm>
            <a:off x="-1574800" y="3428980"/>
            <a:ext cx="8928100" cy="1440000"/>
            <a:chOff x="-1574800" y="3428980"/>
            <a:chExt cx="8928100" cy="1440000"/>
          </a:xfrm>
        </p:grpSpPr>
        <p:grpSp>
          <p:nvGrpSpPr>
            <p:cNvPr id="23" name="Csoportba foglalás 22">
              <a:extLst>
                <a:ext uri="{FF2B5EF4-FFF2-40B4-BE49-F238E27FC236}">
                  <a16:creationId xmlns:a16="http://schemas.microsoft.com/office/drawing/2014/main" id="{7761F681-D517-6ED0-145C-2067FB663EB6}"/>
                </a:ext>
              </a:extLst>
            </p:cNvPr>
            <p:cNvGrpSpPr/>
            <p:nvPr/>
          </p:nvGrpSpPr>
          <p:grpSpPr>
            <a:xfrm>
              <a:off x="-1574800" y="3428980"/>
              <a:ext cx="8928100" cy="1440000"/>
              <a:chOff x="-1727200" y="536280"/>
              <a:chExt cx="8928100" cy="1440000"/>
            </a:xfrm>
          </p:grpSpPr>
          <p:sp>
            <p:nvSpPr>
              <p:cNvPr id="24" name="Téglalap: lekerekített 23">
                <a:extLst>
                  <a:ext uri="{FF2B5EF4-FFF2-40B4-BE49-F238E27FC236}">
                    <a16:creationId xmlns:a16="http://schemas.microsoft.com/office/drawing/2014/main" id="{0BA2B41F-3EBB-721C-DDD7-11D5D574C172}"/>
                  </a:ext>
                </a:extLst>
              </p:cNvPr>
              <p:cNvSpPr/>
              <p:nvPr/>
            </p:nvSpPr>
            <p:spPr>
              <a:xfrm>
                <a:off x="-1727200" y="536280"/>
                <a:ext cx="8928100" cy="144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5" name="Ellipszis 24">
                <a:extLst>
                  <a:ext uri="{FF2B5EF4-FFF2-40B4-BE49-F238E27FC236}">
                    <a16:creationId xmlns:a16="http://schemas.microsoft.com/office/drawing/2014/main" id="{4E9E506F-6096-947A-92B9-AF906019BC20}"/>
                  </a:ext>
                </a:extLst>
              </p:cNvPr>
              <p:cNvSpPr/>
              <p:nvPr/>
            </p:nvSpPr>
            <p:spPr>
              <a:xfrm>
                <a:off x="5791200" y="608280"/>
                <a:ext cx="1296000" cy="1296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8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3</a:t>
                </a:r>
              </a:p>
            </p:txBody>
          </p:sp>
        </p:grpSp>
        <p:grpSp>
          <p:nvGrpSpPr>
            <p:cNvPr id="54" name="Csoportba foglalás 53">
              <a:extLst>
                <a:ext uri="{FF2B5EF4-FFF2-40B4-BE49-F238E27FC236}">
                  <a16:creationId xmlns:a16="http://schemas.microsoft.com/office/drawing/2014/main" id="{06F11EF5-59CB-7211-56D3-A5E45F16D15E}"/>
                </a:ext>
              </a:extLst>
            </p:cNvPr>
            <p:cNvGrpSpPr/>
            <p:nvPr/>
          </p:nvGrpSpPr>
          <p:grpSpPr>
            <a:xfrm>
              <a:off x="187786" y="3748960"/>
              <a:ext cx="3381429" cy="800000"/>
              <a:chOff x="187786" y="896788"/>
              <a:chExt cx="3381429" cy="800000"/>
            </a:xfrm>
          </p:grpSpPr>
          <p:pic>
            <p:nvPicPr>
              <p:cNvPr id="55" name="Kép 54">
                <a:extLst>
                  <a:ext uri="{FF2B5EF4-FFF2-40B4-BE49-F238E27FC236}">
                    <a16:creationId xmlns:a16="http://schemas.microsoft.com/office/drawing/2014/main" id="{C825585D-2E6A-4C44-26F1-B97623107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786" y="896788"/>
                <a:ext cx="857143" cy="800000"/>
              </a:xfrm>
              <a:prstGeom prst="rect">
                <a:avLst/>
              </a:prstGeom>
            </p:spPr>
          </p:pic>
          <p:sp>
            <p:nvSpPr>
              <p:cNvPr id="56" name="Téglalap 55">
                <a:extLst>
                  <a:ext uri="{FF2B5EF4-FFF2-40B4-BE49-F238E27FC236}">
                    <a16:creationId xmlns:a16="http://schemas.microsoft.com/office/drawing/2014/main" id="{89EFDF21-BBFE-F3FC-DA89-EF2587EF5E03}"/>
                  </a:ext>
                </a:extLst>
              </p:cNvPr>
              <p:cNvSpPr/>
              <p:nvPr/>
            </p:nvSpPr>
            <p:spPr>
              <a:xfrm>
                <a:off x="1211745" y="911363"/>
                <a:ext cx="50800" cy="72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7" name="Szövegdoboz 56">
                <a:extLst>
                  <a:ext uri="{FF2B5EF4-FFF2-40B4-BE49-F238E27FC236}">
                    <a16:creationId xmlns:a16="http://schemas.microsoft.com/office/drawing/2014/main" id="{4D92BB1A-7781-5659-AB94-22735667DA92}"/>
                  </a:ext>
                </a:extLst>
              </p:cNvPr>
              <p:cNvSpPr txBox="1"/>
              <p:nvPr/>
            </p:nvSpPr>
            <p:spPr>
              <a:xfrm>
                <a:off x="1262545" y="909725"/>
                <a:ext cx="2306670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6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Ismerd</a:t>
                </a:r>
              </a:p>
              <a:p>
                <a:r>
                  <a:rPr lang="hu-HU" sz="15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meg a napvédőket!</a:t>
                </a:r>
              </a:p>
            </p:txBody>
          </p:sp>
        </p:grpSp>
      </p:grpSp>
      <p:grpSp>
        <p:nvGrpSpPr>
          <p:cNvPr id="62" name="Csoportba foglalás 61">
            <a:extLst>
              <a:ext uri="{FF2B5EF4-FFF2-40B4-BE49-F238E27FC236}">
                <a16:creationId xmlns:a16="http://schemas.microsoft.com/office/drawing/2014/main" id="{0249B7D6-15F7-DFEA-E9CF-38D0A4F8FB96}"/>
              </a:ext>
            </a:extLst>
          </p:cNvPr>
          <p:cNvGrpSpPr/>
          <p:nvPr/>
        </p:nvGrpSpPr>
        <p:grpSpPr>
          <a:xfrm>
            <a:off x="-850900" y="4868980"/>
            <a:ext cx="8928100" cy="1440000"/>
            <a:chOff x="-850900" y="4868980"/>
            <a:chExt cx="8928100" cy="1440000"/>
          </a:xfrm>
        </p:grpSpPr>
        <p:grpSp>
          <p:nvGrpSpPr>
            <p:cNvPr id="26" name="Csoportba foglalás 25">
              <a:extLst>
                <a:ext uri="{FF2B5EF4-FFF2-40B4-BE49-F238E27FC236}">
                  <a16:creationId xmlns:a16="http://schemas.microsoft.com/office/drawing/2014/main" id="{107C2C9E-490C-F233-C28A-50049C12EE1A}"/>
                </a:ext>
              </a:extLst>
            </p:cNvPr>
            <p:cNvGrpSpPr/>
            <p:nvPr/>
          </p:nvGrpSpPr>
          <p:grpSpPr>
            <a:xfrm>
              <a:off x="-850900" y="4868980"/>
              <a:ext cx="8928100" cy="1440000"/>
              <a:chOff x="-1727200" y="536280"/>
              <a:chExt cx="8928100" cy="1440000"/>
            </a:xfrm>
          </p:grpSpPr>
          <p:sp>
            <p:nvSpPr>
              <p:cNvPr id="27" name="Téglalap: lekerekített 26">
                <a:extLst>
                  <a:ext uri="{FF2B5EF4-FFF2-40B4-BE49-F238E27FC236}">
                    <a16:creationId xmlns:a16="http://schemas.microsoft.com/office/drawing/2014/main" id="{7117CA12-64D0-FFB6-435F-CD5453A1AF61}"/>
                  </a:ext>
                </a:extLst>
              </p:cNvPr>
              <p:cNvSpPr/>
              <p:nvPr/>
            </p:nvSpPr>
            <p:spPr>
              <a:xfrm>
                <a:off x="-1727200" y="536280"/>
                <a:ext cx="8928100" cy="144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8" name="Ellipszis 27">
                <a:extLst>
                  <a:ext uri="{FF2B5EF4-FFF2-40B4-BE49-F238E27FC236}">
                    <a16:creationId xmlns:a16="http://schemas.microsoft.com/office/drawing/2014/main" id="{7E394711-3B32-C725-F062-DEF1E095E0C1}"/>
                  </a:ext>
                </a:extLst>
              </p:cNvPr>
              <p:cNvSpPr/>
              <p:nvPr/>
            </p:nvSpPr>
            <p:spPr>
              <a:xfrm>
                <a:off x="5791200" y="608280"/>
                <a:ext cx="1296000" cy="1296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sz="8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4</a:t>
                </a:r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B191D51F-80F5-8863-BD25-9B175351D48D}"/>
                </a:ext>
              </a:extLst>
            </p:cNvPr>
            <p:cNvGrpSpPr/>
            <p:nvPr/>
          </p:nvGrpSpPr>
          <p:grpSpPr>
            <a:xfrm>
              <a:off x="187786" y="5161212"/>
              <a:ext cx="5680213" cy="800000"/>
              <a:chOff x="187786" y="896788"/>
              <a:chExt cx="5680213" cy="800000"/>
            </a:xfrm>
          </p:grpSpPr>
          <p:pic>
            <p:nvPicPr>
              <p:cNvPr id="59" name="Kép 58">
                <a:extLst>
                  <a:ext uri="{FF2B5EF4-FFF2-40B4-BE49-F238E27FC236}">
                    <a16:creationId xmlns:a16="http://schemas.microsoft.com/office/drawing/2014/main" id="{BE79E063-9E37-4DAC-493C-94C19482A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786" y="896788"/>
                <a:ext cx="857143" cy="800000"/>
              </a:xfrm>
              <a:prstGeom prst="rect">
                <a:avLst/>
              </a:prstGeom>
            </p:spPr>
          </p:pic>
          <p:sp>
            <p:nvSpPr>
              <p:cNvPr id="60" name="Téglalap 59">
                <a:extLst>
                  <a:ext uri="{FF2B5EF4-FFF2-40B4-BE49-F238E27FC236}">
                    <a16:creationId xmlns:a16="http://schemas.microsoft.com/office/drawing/2014/main" id="{97009298-20BD-8A9F-F725-FD99FF599C0B}"/>
                  </a:ext>
                </a:extLst>
              </p:cNvPr>
              <p:cNvSpPr/>
              <p:nvPr/>
            </p:nvSpPr>
            <p:spPr>
              <a:xfrm>
                <a:off x="1211745" y="911363"/>
                <a:ext cx="50800" cy="72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Szövegdoboz 60">
                <a:extLst>
                  <a:ext uri="{FF2B5EF4-FFF2-40B4-BE49-F238E27FC236}">
                    <a16:creationId xmlns:a16="http://schemas.microsoft.com/office/drawing/2014/main" id="{3E61B4BA-E8E7-57D4-E16D-38615214C871}"/>
                  </a:ext>
                </a:extLst>
              </p:cNvPr>
              <p:cNvSpPr txBox="1"/>
              <p:nvPr/>
            </p:nvSpPr>
            <p:spPr>
              <a:xfrm>
                <a:off x="1262544" y="909725"/>
                <a:ext cx="4605455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6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Védd</a:t>
                </a:r>
              </a:p>
              <a:p>
                <a:r>
                  <a:rPr lang="hu-HU" sz="15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gyermekeket a közvetlen napsugárzás ellen!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47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30</Words>
  <Application>Microsoft Office PowerPoint</Application>
  <PresentationFormat>Szélesvásznú</PresentationFormat>
  <Paragraphs>13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Somogyi Bercel</dc:creator>
  <cp:lastModifiedBy>Bercel Soma</cp:lastModifiedBy>
  <cp:revision>1</cp:revision>
  <dcterms:created xsi:type="dcterms:W3CDTF">2026-09-23T14:58:20Z</dcterms:created>
  <dcterms:modified xsi:type="dcterms:W3CDTF">2026-09-23T15:42:38Z</dcterms:modified>
</cp:coreProperties>
</file>